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6" Type="http://schemas.openxmlformats.org/officeDocument/2006/relationships/image" Target="../media/image8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6" Type="http://schemas.openxmlformats.org/officeDocument/2006/relationships/image" Target="../media/image8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2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7B38DD-7F4A-4752-BFE6-E09D8DA278CF}" type="doc">
      <dgm:prSet loTypeId="urn:microsoft.com/office/officeart/2005/8/layout/vList2" loCatId="list" qsTypeId="urn:microsoft.com/office/officeart/2005/8/quickstyle/simple1#4" qsCatId="simple" csTypeId="urn:microsoft.com/office/officeart/2005/8/colors/accent1_2#2" csCatId="accent1"/>
      <dgm:spPr/>
      <dgm:t>
        <a:bodyPr/>
        <a:lstStyle/>
        <a:p>
          <a:endParaRPr lang="en-US"/>
        </a:p>
      </dgm:t>
    </dgm:pt>
    <dgm:pt modelId="{D5260159-03E2-468B-A24C-D9779CAD288B}">
      <dgm:prSet/>
      <dgm:spPr/>
      <dgm:t>
        <a:bodyPr/>
        <a:lstStyle/>
        <a:p>
          <a:r>
            <a:rPr lang="en-IN" b="1"/>
            <a:t>Introduction</a:t>
          </a:r>
          <a:endParaRPr lang="en-US"/>
        </a:p>
      </dgm:t>
    </dgm:pt>
    <dgm:pt modelId="{A6E3CFE3-1275-4009-BED5-4E708833A6D6}" type="parTrans" cxnId="{EA22F15F-9615-4930-BA2D-3C28EE6276B1}">
      <dgm:prSet/>
      <dgm:spPr/>
      <dgm:t>
        <a:bodyPr/>
        <a:lstStyle/>
        <a:p>
          <a:endParaRPr lang="en-US"/>
        </a:p>
      </dgm:t>
    </dgm:pt>
    <dgm:pt modelId="{5B741027-D064-4834-9B42-180EEC530B0A}" type="sibTrans" cxnId="{EA22F15F-9615-4930-BA2D-3C28EE6276B1}">
      <dgm:prSet/>
      <dgm:spPr/>
      <dgm:t>
        <a:bodyPr/>
        <a:lstStyle/>
        <a:p>
          <a:endParaRPr lang="en-US"/>
        </a:p>
      </dgm:t>
    </dgm:pt>
    <dgm:pt modelId="{A60756A8-C459-470B-8431-60B6CCE7694E}">
      <dgm:prSet/>
      <dgm:spPr/>
      <dgm:t>
        <a:bodyPr/>
        <a:lstStyle/>
        <a:p>
          <a:r>
            <a:rPr lang="en-IN"/>
            <a:t>Course registration and timetable preparation are important activities in every college.</a:t>
          </a:r>
          <a:endParaRPr lang="en-US"/>
        </a:p>
      </dgm:t>
    </dgm:pt>
    <dgm:pt modelId="{49CCFD2C-7479-40F2-8D43-AA99EB165742}" type="parTrans" cxnId="{BD0ED99D-CE16-49E1-9FC8-EBFB197083BC}">
      <dgm:prSet/>
      <dgm:spPr/>
      <dgm:t>
        <a:bodyPr/>
        <a:lstStyle/>
        <a:p>
          <a:endParaRPr lang="en-US"/>
        </a:p>
      </dgm:t>
    </dgm:pt>
    <dgm:pt modelId="{D22933C9-BA18-4A60-9BDB-CA00BD82B26A}" type="sibTrans" cxnId="{BD0ED99D-CE16-49E1-9FC8-EBFB197083BC}">
      <dgm:prSet/>
      <dgm:spPr/>
      <dgm:t>
        <a:bodyPr/>
        <a:lstStyle/>
        <a:p>
          <a:endParaRPr lang="en-US"/>
        </a:p>
      </dgm:t>
    </dgm:pt>
    <dgm:pt modelId="{64361B8A-440A-41B1-900D-A5CE4688F72D}">
      <dgm:prSet/>
      <dgm:spPr/>
      <dgm:t>
        <a:bodyPr/>
        <a:lstStyle/>
        <a:p>
          <a:r>
            <a:rPr lang="en-IN"/>
            <a:t>Manual course selection and timetable preparation can be time-consuming and may cause scheduling conflicts.</a:t>
          </a:r>
          <a:endParaRPr lang="en-US"/>
        </a:p>
      </dgm:t>
    </dgm:pt>
    <dgm:pt modelId="{1AE264DF-A3F0-45E6-991C-B9119443118B}" type="parTrans" cxnId="{693AD96C-4772-4F35-AB5F-15B8C91BB0E5}">
      <dgm:prSet/>
      <dgm:spPr/>
      <dgm:t>
        <a:bodyPr/>
        <a:lstStyle/>
        <a:p>
          <a:endParaRPr lang="en-US"/>
        </a:p>
      </dgm:t>
    </dgm:pt>
    <dgm:pt modelId="{FE0CF714-1CD6-4E23-94CE-722E27F6B017}" type="sibTrans" cxnId="{693AD96C-4772-4F35-AB5F-15B8C91BB0E5}">
      <dgm:prSet/>
      <dgm:spPr/>
      <dgm:t>
        <a:bodyPr/>
        <a:lstStyle/>
        <a:p>
          <a:endParaRPr lang="en-US"/>
        </a:p>
      </dgm:t>
    </dgm:pt>
    <dgm:pt modelId="{9BFC5CA5-A494-4C02-A99E-184A8F5D8543}">
      <dgm:prSet/>
      <dgm:spPr/>
      <dgm:t>
        <a:bodyPr/>
        <a:lstStyle/>
        <a:p>
          <a:r>
            <a:rPr lang="en-IN"/>
            <a:t>Our project provides a simple Java-based system to manage course registration and build a timetable.</a:t>
          </a:r>
          <a:endParaRPr lang="en-US"/>
        </a:p>
      </dgm:t>
    </dgm:pt>
    <dgm:pt modelId="{B7E402A8-14F8-496F-BCD2-FBC5D0EEFABB}" type="parTrans" cxnId="{EC533959-B879-47AE-A05B-8AD66CA2E402}">
      <dgm:prSet/>
      <dgm:spPr/>
      <dgm:t>
        <a:bodyPr/>
        <a:lstStyle/>
        <a:p>
          <a:endParaRPr lang="en-US"/>
        </a:p>
      </dgm:t>
    </dgm:pt>
    <dgm:pt modelId="{B45A63AD-108C-456A-8F54-CA54A3A711FA}" type="sibTrans" cxnId="{EC533959-B879-47AE-A05B-8AD66CA2E402}">
      <dgm:prSet/>
      <dgm:spPr/>
      <dgm:t>
        <a:bodyPr/>
        <a:lstStyle/>
        <a:p>
          <a:endParaRPr lang="en-US"/>
        </a:p>
      </dgm:t>
    </dgm:pt>
    <dgm:pt modelId="{E802DB97-BCBC-4382-A51C-084841D03814}">
      <dgm:prSet/>
      <dgm:spPr/>
      <dgm:t>
        <a:bodyPr/>
        <a:lstStyle/>
        <a:p>
          <a:r>
            <a:rPr lang="en-IN"/>
            <a:t>Students can select courses and view their scheduled subjects in an organized manner.</a:t>
          </a:r>
          <a:endParaRPr lang="en-US"/>
        </a:p>
      </dgm:t>
    </dgm:pt>
    <dgm:pt modelId="{E845C2E6-87EB-45B1-8C71-6D38FD6BFAA1}" type="parTrans" cxnId="{51EAE283-C8B4-4D93-8272-DDC35EA6A56C}">
      <dgm:prSet/>
      <dgm:spPr/>
      <dgm:t>
        <a:bodyPr/>
        <a:lstStyle/>
        <a:p>
          <a:endParaRPr lang="en-US"/>
        </a:p>
      </dgm:t>
    </dgm:pt>
    <dgm:pt modelId="{C1595D5D-34E0-4E8F-B23B-0B2AF3F1F110}" type="sibTrans" cxnId="{51EAE283-C8B4-4D93-8272-DDC35EA6A56C}">
      <dgm:prSet/>
      <dgm:spPr/>
      <dgm:t>
        <a:bodyPr/>
        <a:lstStyle/>
        <a:p>
          <a:endParaRPr lang="en-US"/>
        </a:p>
      </dgm:t>
    </dgm:pt>
    <dgm:pt modelId="{4184DE5C-BF48-4579-81F9-B560B4A2A7CB}">
      <dgm:prSet/>
      <dgm:spPr/>
      <dgm:t>
        <a:bodyPr/>
        <a:lstStyle/>
        <a:p>
          <a:r>
            <a:rPr lang="en-IN"/>
            <a:t>The project demonstrates how Java programming concepts can be applied to a real-world college problem.</a:t>
          </a:r>
          <a:endParaRPr lang="en-US"/>
        </a:p>
      </dgm:t>
    </dgm:pt>
    <dgm:pt modelId="{CB6939DC-600F-4054-BFA6-16C12E11C269}" type="parTrans" cxnId="{7AABDF5D-1F35-4572-B048-16A83FFEE898}">
      <dgm:prSet/>
      <dgm:spPr/>
      <dgm:t>
        <a:bodyPr/>
        <a:lstStyle/>
        <a:p>
          <a:endParaRPr lang="en-US"/>
        </a:p>
      </dgm:t>
    </dgm:pt>
    <dgm:pt modelId="{5F6C8B86-4A2F-4994-99C5-FBE2679277FF}" type="sibTrans" cxnId="{7AABDF5D-1F35-4572-B048-16A83FFEE898}">
      <dgm:prSet/>
      <dgm:spPr/>
      <dgm:t>
        <a:bodyPr/>
        <a:lstStyle/>
        <a:p>
          <a:endParaRPr lang="en-US"/>
        </a:p>
      </dgm:t>
    </dgm:pt>
    <dgm:pt modelId="{6522853A-38A2-4A98-9314-F53F95D4D189}" type="pres">
      <dgm:prSet presAssocID="{017B38DD-7F4A-4752-BFE6-E09D8DA278CF}" presName="linear" presStyleCnt="0">
        <dgm:presLayoutVars>
          <dgm:animLvl val="lvl"/>
          <dgm:resizeHandles val="exact"/>
        </dgm:presLayoutVars>
      </dgm:prSet>
      <dgm:spPr/>
    </dgm:pt>
    <dgm:pt modelId="{89A2DDE0-23C6-48DD-9806-F8A4FB6B1A22}" type="pres">
      <dgm:prSet presAssocID="{D5260159-03E2-468B-A24C-D9779CAD288B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EE09759D-492F-4689-9397-7E205D3BE58D}" type="pres">
      <dgm:prSet presAssocID="{5B741027-D064-4834-9B42-180EEC530B0A}" presName="spacer" presStyleCnt="0"/>
      <dgm:spPr/>
    </dgm:pt>
    <dgm:pt modelId="{AD188820-AD04-416E-9E08-D85292A96091}" type="pres">
      <dgm:prSet presAssocID="{A60756A8-C459-470B-8431-60B6CCE7694E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9044DA8B-85A0-43B8-BE15-CB5294D54DD8}" type="pres">
      <dgm:prSet presAssocID="{D22933C9-BA18-4A60-9BDB-CA00BD82B26A}" presName="spacer" presStyleCnt="0"/>
      <dgm:spPr/>
    </dgm:pt>
    <dgm:pt modelId="{639E7E5B-0008-4FBF-8513-6DFF5F3B2668}" type="pres">
      <dgm:prSet presAssocID="{64361B8A-440A-41B1-900D-A5CE4688F72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9646B571-0808-407A-AA1B-8CB657392610}" type="pres">
      <dgm:prSet presAssocID="{FE0CF714-1CD6-4E23-94CE-722E27F6B017}" presName="spacer" presStyleCnt="0"/>
      <dgm:spPr/>
    </dgm:pt>
    <dgm:pt modelId="{E0382CA0-0924-4E6A-83B4-E04183C6E086}" type="pres">
      <dgm:prSet presAssocID="{9BFC5CA5-A494-4C02-A99E-184A8F5D854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C19CD01-CCEE-4E86-AA41-786E5E1CEF0B}" type="pres">
      <dgm:prSet presAssocID="{B45A63AD-108C-456A-8F54-CA54A3A711FA}" presName="spacer" presStyleCnt="0"/>
      <dgm:spPr/>
    </dgm:pt>
    <dgm:pt modelId="{4204211F-C1E1-40FB-9826-45B3E3FD04E2}" type="pres">
      <dgm:prSet presAssocID="{E802DB97-BCBC-4382-A51C-084841D0381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8BCE1A5-5733-4D31-B36E-700C9026BBC8}" type="pres">
      <dgm:prSet presAssocID="{C1595D5D-34E0-4E8F-B23B-0B2AF3F1F110}" presName="spacer" presStyleCnt="0"/>
      <dgm:spPr/>
    </dgm:pt>
    <dgm:pt modelId="{0725F99E-FCCB-4CEA-8FB8-EA4B2980C319}" type="pres">
      <dgm:prSet presAssocID="{4184DE5C-BF48-4579-81F9-B560B4A2A7C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2DAF3A09-1142-4979-9252-47C829AD2CE4}" type="presOf" srcId="{4184DE5C-BF48-4579-81F9-B560B4A2A7CB}" destId="{0725F99E-FCCB-4CEA-8FB8-EA4B2980C319}" srcOrd="0" destOrd="0" presId="urn:microsoft.com/office/officeart/2005/8/layout/vList2"/>
    <dgm:cxn modelId="{DE0BD75B-DC61-418C-9BF9-6BA099590233}" type="presOf" srcId="{017B38DD-7F4A-4752-BFE6-E09D8DA278CF}" destId="{6522853A-38A2-4A98-9314-F53F95D4D189}" srcOrd="0" destOrd="0" presId="urn:microsoft.com/office/officeart/2005/8/layout/vList2"/>
    <dgm:cxn modelId="{7AABDF5D-1F35-4572-B048-16A83FFEE898}" srcId="{017B38DD-7F4A-4752-BFE6-E09D8DA278CF}" destId="{4184DE5C-BF48-4579-81F9-B560B4A2A7CB}" srcOrd="5" destOrd="0" parTransId="{CB6939DC-600F-4054-BFA6-16C12E11C269}" sibTransId="{5F6C8B86-4A2F-4994-99C5-FBE2679277FF}"/>
    <dgm:cxn modelId="{EA22F15F-9615-4930-BA2D-3C28EE6276B1}" srcId="{017B38DD-7F4A-4752-BFE6-E09D8DA278CF}" destId="{D5260159-03E2-468B-A24C-D9779CAD288B}" srcOrd="0" destOrd="0" parTransId="{A6E3CFE3-1275-4009-BED5-4E708833A6D6}" sibTransId="{5B741027-D064-4834-9B42-180EEC530B0A}"/>
    <dgm:cxn modelId="{F4E85941-3946-4718-AC71-DC4876209F81}" type="presOf" srcId="{64361B8A-440A-41B1-900D-A5CE4688F72D}" destId="{639E7E5B-0008-4FBF-8513-6DFF5F3B2668}" srcOrd="0" destOrd="0" presId="urn:microsoft.com/office/officeart/2005/8/layout/vList2"/>
    <dgm:cxn modelId="{693AD96C-4772-4F35-AB5F-15B8C91BB0E5}" srcId="{017B38DD-7F4A-4752-BFE6-E09D8DA278CF}" destId="{64361B8A-440A-41B1-900D-A5CE4688F72D}" srcOrd="2" destOrd="0" parTransId="{1AE264DF-A3F0-45E6-991C-B9119443118B}" sibTransId="{FE0CF714-1CD6-4E23-94CE-722E27F6B017}"/>
    <dgm:cxn modelId="{EA17B775-C5EB-456A-BF3D-953EE25CF815}" type="presOf" srcId="{9BFC5CA5-A494-4C02-A99E-184A8F5D8543}" destId="{E0382CA0-0924-4E6A-83B4-E04183C6E086}" srcOrd="0" destOrd="0" presId="urn:microsoft.com/office/officeart/2005/8/layout/vList2"/>
    <dgm:cxn modelId="{FC79D678-9DCB-47BF-8898-70443BB50971}" type="presOf" srcId="{D5260159-03E2-468B-A24C-D9779CAD288B}" destId="{89A2DDE0-23C6-48DD-9806-F8A4FB6B1A22}" srcOrd="0" destOrd="0" presId="urn:microsoft.com/office/officeart/2005/8/layout/vList2"/>
    <dgm:cxn modelId="{EC533959-B879-47AE-A05B-8AD66CA2E402}" srcId="{017B38DD-7F4A-4752-BFE6-E09D8DA278CF}" destId="{9BFC5CA5-A494-4C02-A99E-184A8F5D8543}" srcOrd="3" destOrd="0" parTransId="{B7E402A8-14F8-496F-BCD2-FBC5D0EEFABB}" sibTransId="{B45A63AD-108C-456A-8F54-CA54A3A711FA}"/>
    <dgm:cxn modelId="{51EAE283-C8B4-4D93-8272-DDC35EA6A56C}" srcId="{017B38DD-7F4A-4752-BFE6-E09D8DA278CF}" destId="{E802DB97-BCBC-4382-A51C-084841D03814}" srcOrd="4" destOrd="0" parTransId="{E845C2E6-87EB-45B1-8C71-6D38FD6BFAA1}" sibTransId="{C1595D5D-34E0-4E8F-B23B-0B2AF3F1F110}"/>
    <dgm:cxn modelId="{BD0ED99D-CE16-49E1-9FC8-EBFB197083BC}" srcId="{017B38DD-7F4A-4752-BFE6-E09D8DA278CF}" destId="{A60756A8-C459-470B-8431-60B6CCE7694E}" srcOrd="1" destOrd="0" parTransId="{49CCFD2C-7479-40F2-8D43-AA99EB165742}" sibTransId="{D22933C9-BA18-4A60-9BDB-CA00BD82B26A}"/>
    <dgm:cxn modelId="{F1BE73AF-F6CD-41DD-9621-FD51BEC2EBBC}" type="presOf" srcId="{E802DB97-BCBC-4382-A51C-084841D03814}" destId="{4204211F-C1E1-40FB-9826-45B3E3FD04E2}" srcOrd="0" destOrd="0" presId="urn:microsoft.com/office/officeart/2005/8/layout/vList2"/>
    <dgm:cxn modelId="{9A1AAAC7-90F7-402D-9AC9-6997B00E0FC3}" type="presOf" srcId="{A60756A8-C459-470B-8431-60B6CCE7694E}" destId="{AD188820-AD04-416E-9E08-D85292A96091}" srcOrd="0" destOrd="0" presId="urn:microsoft.com/office/officeart/2005/8/layout/vList2"/>
    <dgm:cxn modelId="{09775D11-C3AF-4243-A5E2-9090EA7AC601}" type="presParOf" srcId="{6522853A-38A2-4A98-9314-F53F95D4D189}" destId="{89A2DDE0-23C6-48DD-9806-F8A4FB6B1A22}" srcOrd="0" destOrd="0" presId="urn:microsoft.com/office/officeart/2005/8/layout/vList2"/>
    <dgm:cxn modelId="{7F6C5B49-DACF-4594-8745-EC2601691C6C}" type="presParOf" srcId="{6522853A-38A2-4A98-9314-F53F95D4D189}" destId="{EE09759D-492F-4689-9397-7E205D3BE58D}" srcOrd="1" destOrd="0" presId="urn:microsoft.com/office/officeart/2005/8/layout/vList2"/>
    <dgm:cxn modelId="{757C2BD7-2F7B-4F5A-BA65-D28226B6F054}" type="presParOf" srcId="{6522853A-38A2-4A98-9314-F53F95D4D189}" destId="{AD188820-AD04-416E-9E08-D85292A96091}" srcOrd="2" destOrd="0" presId="urn:microsoft.com/office/officeart/2005/8/layout/vList2"/>
    <dgm:cxn modelId="{44D42772-B6BF-415C-B22A-3A26F36CAA32}" type="presParOf" srcId="{6522853A-38A2-4A98-9314-F53F95D4D189}" destId="{9044DA8B-85A0-43B8-BE15-CB5294D54DD8}" srcOrd="3" destOrd="0" presId="urn:microsoft.com/office/officeart/2005/8/layout/vList2"/>
    <dgm:cxn modelId="{14E0D4B0-E61F-49D3-A3D0-DF7985684F87}" type="presParOf" srcId="{6522853A-38A2-4A98-9314-F53F95D4D189}" destId="{639E7E5B-0008-4FBF-8513-6DFF5F3B2668}" srcOrd="4" destOrd="0" presId="urn:microsoft.com/office/officeart/2005/8/layout/vList2"/>
    <dgm:cxn modelId="{BC405D28-232C-4700-9B1C-CEC0E8134EE6}" type="presParOf" srcId="{6522853A-38A2-4A98-9314-F53F95D4D189}" destId="{9646B571-0808-407A-AA1B-8CB657392610}" srcOrd="5" destOrd="0" presId="urn:microsoft.com/office/officeart/2005/8/layout/vList2"/>
    <dgm:cxn modelId="{F1F79BC8-C00E-4F50-B241-9D3C1738CAC9}" type="presParOf" srcId="{6522853A-38A2-4A98-9314-F53F95D4D189}" destId="{E0382CA0-0924-4E6A-83B4-E04183C6E086}" srcOrd="6" destOrd="0" presId="urn:microsoft.com/office/officeart/2005/8/layout/vList2"/>
    <dgm:cxn modelId="{925A1860-45FE-4FC3-BCD0-700B945FBED8}" type="presParOf" srcId="{6522853A-38A2-4A98-9314-F53F95D4D189}" destId="{EC19CD01-CCEE-4E86-AA41-786E5E1CEF0B}" srcOrd="7" destOrd="0" presId="urn:microsoft.com/office/officeart/2005/8/layout/vList2"/>
    <dgm:cxn modelId="{E811E016-03AA-43BA-BB59-47C680C456B3}" type="presParOf" srcId="{6522853A-38A2-4A98-9314-F53F95D4D189}" destId="{4204211F-C1E1-40FB-9826-45B3E3FD04E2}" srcOrd="8" destOrd="0" presId="urn:microsoft.com/office/officeart/2005/8/layout/vList2"/>
    <dgm:cxn modelId="{8104EF07-AFF4-4527-BCA6-F6DFA8EF2A49}" type="presParOf" srcId="{6522853A-38A2-4A98-9314-F53F95D4D189}" destId="{48BCE1A5-5733-4D31-B36E-700C9026BBC8}" srcOrd="9" destOrd="0" presId="urn:microsoft.com/office/officeart/2005/8/layout/vList2"/>
    <dgm:cxn modelId="{46D0E4B5-6DA3-4C29-A6D4-DE65C8CAA446}" type="presParOf" srcId="{6522853A-38A2-4A98-9314-F53F95D4D189}" destId="{0725F99E-FCCB-4CEA-8FB8-EA4B2980C31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D98298-02F8-4B72-8088-A3C117F028D1}" type="doc">
      <dgm:prSet loTypeId="urn:microsoft.com/office/officeart/2018/5/layout/IconCircleLabelList" loCatId="icon" qsTypeId="urn:microsoft.com/office/officeart/2005/8/quickstyle/simple1#7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1611EE5-4A15-48BC-8CC1-815EEBA79BD8}">
      <dgm:prSet/>
      <dgm:spPr/>
      <dgm:t>
        <a:bodyPr/>
        <a:lstStyle/>
        <a:p>
          <a:pPr>
            <a:defRPr cap="all"/>
          </a:pPr>
          <a:r>
            <a:rPr lang="en-IN" b="1"/>
            <a:t>Objectives</a:t>
          </a:r>
          <a:endParaRPr lang="en-US"/>
        </a:p>
      </dgm:t>
    </dgm:pt>
    <dgm:pt modelId="{BF884380-5E6E-4488-8FB6-144E3CE51C15}" type="parTrans" cxnId="{6E440814-2C13-441F-8FA5-27B0BDFB33B9}">
      <dgm:prSet/>
      <dgm:spPr/>
      <dgm:t>
        <a:bodyPr/>
        <a:lstStyle/>
        <a:p>
          <a:endParaRPr lang="en-US"/>
        </a:p>
      </dgm:t>
    </dgm:pt>
    <dgm:pt modelId="{C1B4C0C8-F83A-44BD-82A1-47E202CBBD14}" type="sibTrans" cxnId="{6E440814-2C13-441F-8FA5-27B0BDFB33B9}">
      <dgm:prSet/>
      <dgm:spPr/>
      <dgm:t>
        <a:bodyPr/>
        <a:lstStyle/>
        <a:p>
          <a:endParaRPr lang="en-US"/>
        </a:p>
      </dgm:t>
    </dgm:pt>
    <dgm:pt modelId="{5734A9AA-3690-4EB5-9BA8-97C74698DC49}">
      <dgm:prSet/>
      <dgm:spPr/>
      <dgm:t>
        <a:bodyPr/>
        <a:lstStyle/>
        <a:p>
          <a:pPr>
            <a:defRPr cap="all"/>
          </a:pPr>
          <a:r>
            <a:rPr lang="en-IN"/>
            <a:t>To simplify the </a:t>
          </a:r>
          <a:r>
            <a:rPr lang="en-IN" b="1"/>
            <a:t>course registration process</a:t>
          </a:r>
          <a:r>
            <a:rPr lang="en-IN"/>
            <a:t>.</a:t>
          </a:r>
          <a:endParaRPr lang="en-US"/>
        </a:p>
      </dgm:t>
    </dgm:pt>
    <dgm:pt modelId="{76102BF0-5C76-4196-A976-0A480427775E}" type="parTrans" cxnId="{2A817578-E9A6-4499-B0AC-64F159E8334F}">
      <dgm:prSet/>
      <dgm:spPr/>
      <dgm:t>
        <a:bodyPr/>
        <a:lstStyle/>
        <a:p>
          <a:endParaRPr lang="en-US"/>
        </a:p>
      </dgm:t>
    </dgm:pt>
    <dgm:pt modelId="{7E3264CC-87EA-4ECB-85E7-761C5B8AD73B}" type="sibTrans" cxnId="{2A817578-E9A6-4499-B0AC-64F159E8334F}">
      <dgm:prSet/>
      <dgm:spPr/>
      <dgm:t>
        <a:bodyPr/>
        <a:lstStyle/>
        <a:p>
          <a:endParaRPr lang="en-US"/>
        </a:p>
      </dgm:t>
    </dgm:pt>
    <dgm:pt modelId="{1C58482A-8A7C-428C-B4FF-D44A9EB40B07}">
      <dgm:prSet/>
      <dgm:spPr/>
      <dgm:t>
        <a:bodyPr/>
        <a:lstStyle/>
        <a:p>
          <a:pPr>
            <a:defRPr cap="all"/>
          </a:pPr>
          <a:r>
            <a:rPr lang="en-IN"/>
            <a:t>To allow students to select required courses.</a:t>
          </a:r>
          <a:endParaRPr lang="en-US"/>
        </a:p>
      </dgm:t>
    </dgm:pt>
    <dgm:pt modelId="{6CB6FAA9-5931-4983-A6AB-2B90FB6BCB4C}" type="parTrans" cxnId="{DDDB8F17-D681-4E01-98E9-5EB0356F1580}">
      <dgm:prSet/>
      <dgm:spPr/>
      <dgm:t>
        <a:bodyPr/>
        <a:lstStyle/>
        <a:p>
          <a:endParaRPr lang="en-US"/>
        </a:p>
      </dgm:t>
    </dgm:pt>
    <dgm:pt modelId="{720D7A61-1B01-483D-93AF-6117144E4E31}" type="sibTrans" cxnId="{DDDB8F17-D681-4E01-98E9-5EB0356F1580}">
      <dgm:prSet/>
      <dgm:spPr/>
      <dgm:t>
        <a:bodyPr/>
        <a:lstStyle/>
        <a:p>
          <a:endParaRPr lang="en-US"/>
        </a:p>
      </dgm:t>
    </dgm:pt>
    <dgm:pt modelId="{99595D77-684C-4CCA-9C05-457C06717DC9}">
      <dgm:prSet/>
      <dgm:spPr/>
      <dgm:t>
        <a:bodyPr/>
        <a:lstStyle/>
        <a:p>
          <a:pPr>
            <a:defRPr cap="all"/>
          </a:pPr>
          <a:r>
            <a:rPr lang="en-IN"/>
            <a:t>To store and display course details efficiently.</a:t>
          </a:r>
          <a:endParaRPr lang="en-US"/>
        </a:p>
      </dgm:t>
    </dgm:pt>
    <dgm:pt modelId="{461CA585-88B2-4705-8AC6-70B0D1FAFDE7}" type="parTrans" cxnId="{A9421306-66D3-4F71-810F-F0B28EEA926B}">
      <dgm:prSet/>
      <dgm:spPr/>
      <dgm:t>
        <a:bodyPr/>
        <a:lstStyle/>
        <a:p>
          <a:endParaRPr lang="en-US"/>
        </a:p>
      </dgm:t>
    </dgm:pt>
    <dgm:pt modelId="{F137414B-1977-4BFE-A08A-F968113FD408}" type="sibTrans" cxnId="{A9421306-66D3-4F71-810F-F0B28EEA926B}">
      <dgm:prSet/>
      <dgm:spPr/>
      <dgm:t>
        <a:bodyPr/>
        <a:lstStyle/>
        <a:p>
          <a:endParaRPr lang="en-US"/>
        </a:p>
      </dgm:t>
    </dgm:pt>
    <dgm:pt modelId="{DE027854-AC17-485F-8B47-C24BC376584E}">
      <dgm:prSet/>
      <dgm:spPr/>
      <dgm:t>
        <a:bodyPr/>
        <a:lstStyle/>
        <a:p>
          <a:pPr>
            <a:defRPr cap="all"/>
          </a:pPr>
          <a:r>
            <a:rPr lang="en-IN"/>
            <a:t>To create an organized timetable based on selected courses.</a:t>
          </a:r>
          <a:endParaRPr lang="en-US"/>
        </a:p>
      </dgm:t>
    </dgm:pt>
    <dgm:pt modelId="{C328DC33-E3B5-4D0E-9171-76725BE02124}" type="parTrans" cxnId="{3EDB9B64-BF31-437D-950A-9FD7A6ED2AA4}">
      <dgm:prSet/>
      <dgm:spPr/>
      <dgm:t>
        <a:bodyPr/>
        <a:lstStyle/>
        <a:p>
          <a:endParaRPr lang="en-US"/>
        </a:p>
      </dgm:t>
    </dgm:pt>
    <dgm:pt modelId="{713E9E7E-33CB-4127-ABC6-CD604CB2186D}" type="sibTrans" cxnId="{3EDB9B64-BF31-437D-950A-9FD7A6ED2AA4}">
      <dgm:prSet/>
      <dgm:spPr/>
      <dgm:t>
        <a:bodyPr/>
        <a:lstStyle/>
        <a:p>
          <a:endParaRPr lang="en-US"/>
        </a:p>
      </dgm:t>
    </dgm:pt>
    <dgm:pt modelId="{6C3E95E9-D538-42BA-A11F-53A3F1F1411B}">
      <dgm:prSet/>
      <dgm:spPr/>
      <dgm:t>
        <a:bodyPr/>
        <a:lstStyle/>
        <a:p>
          <a:pPr>
            <a:defRPr cap="all"/>
          </a:pPr>
          <a:r>
            <a:rPr lang="en-IN"/>
            <a:t>To reduce manual work and scheduling confusion.</a:t>
          </a:r>
          <a:endParaRPr lang="en-US"/>
        </a:p>
      </dgm:t>
    </dgm:pt>
    <dgm:pt modelId="{0CB87501-28FE-4808-8B1D-4B6DC86C4CAD}" type="parTrans" cxnId="{2F9DC823-1CF0-45B6-818C-D97020F98F6F}">
      <dgm:prSet/>
      <dgm:spPr/>
      <dgm:t>
        <a:bodyPr/>
        <a:lstStyle/>
        <a:p>
          <a:endParaRPr lang="en-US"/>
        </a:p>
      </dgm:t>
    </dgm:pt>
    <dgm:pt modelId="{134A1FAE-4E0F-4239-AC0D-FAD9A97783E8}" type="sibTrans" cxnId="{2F9DC823-1CF0-45B6-818C-D97020F98F6F}">
      <dgm:prSet/>
      <dgm:spPr/>
      <dgm:t>
        <a:bodyPr/>
        <a:lstStyle/>
        <a:p>
          <a:endParaRPr lang="en-US"/>
        </a:p>
      </dgm:t>
    </dgm:pt>
    <dgm:pt modelId="{8E47D213-37F3-4ECA-BBED-4DAD58922B1E}">
      <dgm:prSet/>
      <dgm:spPr/>
      <dgm:t>
        <a:bodyPr/>
        <a:lstStyle/>
        <a:p>
          <a:pPr>
            <a:defRPr cap="all"/>
          </a:pPr>
          <a:r>
            <a:rPr lang="en-IN"/>
            <a:t>To demonstrate Java programming concepts through a practical application.</a:t>
          </a:r>
          <a:endParaRPr lang="en-US"/>
        </a:p>
      </dgm:t>
    </dgm:pt>
    <dgm:pt modelId="{D9972E8F-98BB-4F8E-8603-3C04F8768237}" type="parTrans" cxnId="{588A5262-624C-45E1-A146-C452B38E643A}">
      <dgm:prSet/>
      <dgm:spPr/>
      <dgm:t>
        <a:bodyPr/>
        <a:lstStyle/>
        <a:p>
          <a:endParaRPr lang="en-US"/>
        </a:p>
      </dgm:t>
    </dgm:pt>
    <dgm:pt modelId="{0DFF8C38-90B4-4744-A070-DAD257C5FC66}" type="sibTrans" cxnId="{588A5262-624C-45E1-A146-C452B38E643A}">
      <dgm:prSet/>
      <dgm:spPr/>
      <dgm:t>
        <a:bodyPr/>
        <a:lstStyle/>
        <a:p>
          <a:endParaRPr lang="en-US"/>
        </a:p>
      </dgm:t>
    </dgm:pt>
    <dgm:pt modelId="{ABB8E48F-5E65-4EA6-8068-27B110C9EDBB}">
      <dgm:prSet/>
      <dgm:spPr/>
      <dgm:t>
        <a:bodyPr/>
        <a:lstStyle/>
        <a:p>
          <a:pPr>
            <a:defRPr cap="all"/>
          </a:pPr>
          <a:r>
            <a:rPr lang="en-IN"/>
            <a:t>To provide a foundation that can be expanded into a complete college management system.</a:t>
          </a:r>
          <a:endParaRPr lang="en-US"/>
        </a:p>
      </dgm:t>
    </dgm:pt>
    <dgm:pt modelId="{54C6E92C-A782-44AD-A2D6-9113D0185216}" type="parTrans" cxnId="{F6E7D9C1-3EFC-4531-8A48-0D488E48D32C}">
      <dgm:prSet/>
      <dgm:spPr/>
      <dgm:t>
        <a:bodyPr/>
        <a:lstStyle/>
        <a:p>
          <a:endParaRPr lang="en-US"/>
        </a:p>
      </dgm:t>
    </dgm:pt>
    <dgm:pt modelId="{BEA2FEBE-B968-46F0-B8E3-CE327B02E7F3}" type="sibTrans" cxnId="{F6E7D9C1-3EFC-4531-8A48-0D488E48D32C}">
      <dgm:prSet/>
      <dgm:spPr/>
      <dgm:t>
        <a:bodyPr/>
        <a:lstStyle/>
        <a:p>
          <a:endParaRPr lang="en-US"/>
        </a:p>
      </dgm:t>
    </dgm:pt>
    <dgm:pt modelId="{24FE5E3A-B30A-4070-99A9-4890457A70AC}" type="pres">
      <dgm:prSet presAssocID="{1FD98298-02F8-4B72-8088-A3C117F028D1}" presName="root" presStyleCnt="0">
        <dgm:presLayoutVars>
          <dgm:dir/>
          <dgm:resizeHandles val="exact"/>
        </dgm:presLayoutVars>
      </dgm:prSet>
      <dgm:spPr/>
    </dgm:pt>
    <dgm:pt modelId="{8205EA3E-EBC8-4EFC-9AA8-0DF02AC9B2CD}" type="pres">
      <dgm:prSet presAssocID="{71611EE5-4A15-48BC-8CC1-815EEBA79BD8}" presName="compNode" presStyleCnt="0"/>
      <dgm:spPr/>
    </dgm:pt>
    <dgm:pt modelId="{CE135ABA-264E-435D-9230-19277206B007}" type="pres">
      <dgm:prSet presAssocID="{71611EE5-4A15-48BC-8CC1-815EEBA79BD8}" presName="iconBgRect" presStyleLbl="bgShp" presStyleIdx="0" presStyleCnt="8"/>
      <dgm:spPr/>
    </dgm:pt>
    <dgm:pt modelId="{C7D1F72D-CA1D-466D-9FD4-8B1DC5066324}" type="pres">
      <dgm:prSet presAssocID="{71611EE5-4A15-48BC-8CC1-815EEBA79BD8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D8470F3A-6A1A-4622-A0D3-BAB37B54D196}" type="pres">
      <dgm:prSet presAssocID="{71611EE5-4A15-48BC-8CC1-815EEBA79BD8}" presName="spaceRect" presStyleCnt="0"/>
      <dgm:spPr/>
    </dgm:pt>
    <dgm:pt modelId="{9126F02C-48C2-45C7-854C-54F318D54BA8}" type="pres">
      <dgm:prSet presAssocID="{71611EE5-4A15-48BC-8CC1-815EEBA79BD8}" presName="textRect" presStyleLbl="revTx" presStyleIdx="0" presStyleCnt="8">
        <dgm:presLayoutVars>
          <dgm:chMax val="1"/>
          <dgm:chPref val="1"/>
        </dgm:presLayoutVars>
      </dgm:prSet>
      <dgm:spPr/>
    </dgm:pt>
    <dgm:pt modelId="{C6110F18-A578-4588-9B80-338F414545F6}" type="pres">
      <dgm:prSet presAssocID="{C1B4C0C8-F83A-44BD-82A1-47E202CBBD14}" presName="sibTrans" presStyleCnt="0"/>
      <dgm:spPr/>
    </dgm:pt>
    <dgm:pt modelId="{9EAC7C7A-008F-467A-A032-5070F39842E7}" type="pres">
      <dgm:prSet presAssocID="{5734A9AA-3690-4EB5-9BA8-97C74698DC49}" presName="compNode" presStyleCnt="0"/>
      <dgm:spPr/>
    </dgm:pt>
    <dgm:pt modelId="{8A7475E2-4A99-4478-B795-8852AF0E5A52}" type="pres">
      <dgm:prSet presAssocID="{5734A9AA-3690-4EB5-9BA8-97C74698DC49}" presName="iconBgRect" presStyleLbl="bgShp" presStyleIdx="1" presStyleCnt="8"/>
      <dgm:spPr/>
    </dgm:pt>
    <dgm:pt modelId="{9DE8B6A5-EA5A-4FFC-A690-404AD54294F1}" type="pres">
      <dgm:prSet presAssocID="{5734A9AA-3690-4EB5-9BA8-97C74698DC49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C437D55-52F9-487A-8C48-89EC5C2B6F71}" type="pres">
      <dgm:prSet presAssocID="{5734A9AA-3690-4EB5-9BA8-97C74698DC49}" presName="spaceRect" presStyleCnt="0"/>
      <dgm:spPr/>
    </dgm:pt>
    <dgm:pt modelId="{D4A35DFE-0EA2-42C5-AD91-0DD40500158F}" type="pres">
      <dgm:prSet presAssocID="{5734A9AA-3690-4EB5-9BA8-97C74698DC49}" presName="textRect" presStyleLbl="revTx" presStyleIdx="1" presStyleCnt="8">
        <dgm:presLayoutVars>
          <dgm:chMax val="1"/>
          <dgm:chPref val="1"/>
        </dgm:presLayoutVars>
      </dgm:prSet>
      <dgm:spPr/>
    </dgm:pt>
    <dgm:pt modelId="{7F78CB1B-8547-4238-A54F-CAB8632ACA9A}" type="pres">
      <dgm:prSet presAssocID="{7E3264CC-87EA-4ECB-85E7-761C5B8AD73B}" presName="sibTrans" presStyleCnt="0"/>
      <dgm:spPr/>
    </dgm:pt>
    <dgm:pt modelId="{26987FDE-2083-46FF-AF9E-DF3166928E03}" type="pres">
      <dgm:prSet presAssocID="{1C58482A-8A7C-428C-B4FF-D44A9EB40B07}" presName="compNode" presStyleCnt="0"/>
      <dgm:spPr/>
    </dgm:pt>
    <dgm:pt modelId="{BF63C3AE-2A33-40F5-B59F-6A0E60359285}" type="pres">
      <dgm:prSet presAssocID="{1C58482A-8A7C-428C-B4FF-D44A9EB40B07}" presName="iconBgRect" presStyleLbl="bgShp" presStyleIdx="2" presStyleCnt="8"/>
      <dgm:spPr/>
    </dgm:pt>
    <dgm:pt modelId="{18BD4A5A-A6D9-421E-8A1A-BAE332442E1A}" type="pres">
      <dgm:prSet presAssocID="{1C58482A-8A7C-428C-B4FF-D44A9EB40B07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093710B3-6497-4529-8861-359BBF901E23}" type="pres">
      <dgm:prSet presAssocID="{1C58482A-8A7C-428C-B4FF-D44A9EB40B07}" presName="spaceRect" presStyleCnt="0"/>
      <dgm:spPr/>
    </dgm:pt>
    <dgm:pt modelId="{08E8E0CB-BD46-4044-85D5-2276E7A1D7B8}" type="pres">
      <dgm:prSet presAssocID="{1C58482A-8A7C-428C-B4FF-D44A9EB40B07}" presName="textRect" presStyleLbl="revTx" presStyleIdx="2" presStyleCnt="8">
        <dgm:presLayoutVars>
          <dgm:chMax val="1"/>
          <dgm:chPref val="1"/>
        </dgm:presLayoutVars>
      </dgm:prSet>
      <dgm:spPr/>
    </dgm:pt>
    <dgm:pt modelId="{520B4DDF-1AC3-498A-B700-70F336FC747D}" type="pres">
      <dgm:prSet presAssocID="{720D7A61-1B01-483D-93AF-6117144E4E31}" presName="sibTrans" presStyleCnt="0"/>
      <dgm:spPr/>
    </dgm:pt>
    <dgm:pt modelId="{E72CCCCA-70F9-4E18-9E42-167330FD289A}" type="pres">
      <dgm:prSet presAssocID="{99595D77-684C-4CCA-9C05-457C06717DC9}" presName="compNode" presStyleCnt="0"/>
      <dgm:spPr/>
    </dgm:pt>
    <dgm:pt modelId="{3FCB4BB5-3A5F-4080-8842-1E96FD9383B3}" type="pres">
      <dgm:prSet presAssocID="{99595D77-684C-4CCA-9C05-457C06717DC9}" presName="iconBgRect" presStyleLbl="bgShp" presStyleIdx="3" presStyleCnt="8"/>
      <dgm:spPr/>
    </dgm:pt>
    <dgm:pt modelId="{6D5E6E1A-6FF5-49EC-83E4-5238A932639C}" type="pres">
      <dgm:prSet presAssocID="{99595D77-684C-4CCA-9C05-457C06717DC9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5CB06FA5-31DD-431C-89FC-E529A5F7AB65}" type="pres">
      <dgm:prSet presAssocID="{99595D77-684C-4CCA-9C05-457C06717DC9}" presName="spaceRect" presStyleCnt="0"/>
      <dgm:spPr/>
    </dgm:pt>
    <dgm:pt modelId="{AF0D9108-7386-4177-90D7-94FE8BBE7F11}" type="pres">
      <dgm:prSet presAssocID="{99595D77-684C-4CCA-9C05-457C06717DC9}" presName="textRect" presStyleLbl="revTx" presStyleIdx="3" presStyleCnt="8">
        <dgm:presLayoutVars>
          <dgm:chMax val="1"/>
          <dgm:chPref val="1"/>
        </dgm:presLayoutVars>
      </dgm:prSet>
      <dgm:spPr/>
    </dgm:pt>
    <dgm:pt modelId="{0FCD29C1-6ED0-47C0-AFB0-B65E8017689F}" type="pres">
      <dgm:prSet presAssocID="{F137414B-1977-4BFE-A08A-F968113FD408}" presName="sibTrans" presStyleCnt="0"/>
      <dgm:spPr/>
    </dgm:pt>
    <dgm:pt modelId="{5FC2A633-D86E-4B10-A0CB-EE0D99A9EDFE}" type="pres">
      <dgm:prSet presAssocID="{DE027854-AC17-485F-8B47-C24BC376584E}" presName="compNode" presStyleCnt="0"/>
      <dgm:spPr/>
    </dgm:pt>
    <dgm:pt modelId="{66AFFA56-D21A-4DEF-98A2-3032BB4421EA}" type="pres">
      <dgm:prSet presAssocID="{DE027854-AC17-485F-8B47-C24BC376584E}" presName="iconBgRect" presStyleLbl="bgShp" presStyleIdx="4" presStyleCnt="8"/>
      <dgm:spPr/>
    </dgm:pt>
    <dgm:pt modelId="{639452C0-2170-4E80-9333-380BF09CD61E}" type="pres">
      <dgm:prSet presAssocID="{DE027854-AC17-485F-8B47-C24BC376584E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6D7A4C4F-4FE3-4780-89D3-F22F3681016A}" type="pres">
      <dgm:prSet presAssocID="{DE027854-AC17-485F-8B47-C24BC376584E}" presName="spaceRect" presStyleCnt="0"/>
      <dgm:spPr/>
    </dgm:pt>
    <dgm:pt modelId="{CAA8CA66-DFDD-4DA4-A95E-5F40278C7D44}" type="pres">
      <dgm:prSet presAssocID="{DE027854-AC17-485F-8B47-C24BC376584E}" presName="textRect" presStyleLbl="revTx" presStyleIdx="4" presStyleCnt="8">
        <dgm:presLayoutVars>
          <dgm:chMax val="1"/>
          <dgm:chPref val="1"/>
        </dgm:presLayoutVars>
      </dgm:prSet>
      <dgm:spPr/>
    </dgm:pt>
    <dgm:pt modelId="{CEBEE0A8-4D65-4733-9697-2D7307FEAC6F}" type="pres">
      <dgm:prSet presAssocID="{713E9E7E-33CB-4127-ABC6-CD604CB2186D}" presName="sibTrans" presStyleCnt="0"/>
      <dgm:spPr/>
    </dgm:pt>
    <dgm:pt modelId="{A648DD87-B79E-4AEA-9399-93064D6A62A9}" type="pres">
      <dgm:prSet presAssocID="{6C3E95E9-D538-42BA-A11F-53A3F1F1411B}" presName="compNode" presStyleCnt="0"/>
      <dgm:spPr/>
    </dgm:pt>
    <dgm:pt modelId="{2FE9F6A4-5D0E-4B46-A7DB-79C34E293F3F}" type="pres">
      <dgm:prSet presAssocID="{6C3E95E9-D538-42BA-A11F-53A3F1F1411B}" presName="iconBgRect" presStyleLbl="bgShp" presStyleIdx="5" presStyleCnt="8"/>
      <dgm:spPr/>
    </dgm:pt>
    <dgm:pt modelId="{47E309FC-AEDF-42F8-8250-16D257953BB6}" type="pres">
      <dgm:prSet presAssocID="{6C3E95E9-D538-42BA-A11F-53A3F1F1411B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2D51833D-F765-4EC5-A2A0-BB2CB02A8F42}" type="pres">
      <dgm:prSet presAssocID="{6C3E95E9-D538-42BA-A11F-53A3F1F1411B}" presName="spaceRect" presStyleCnt="0"/>
      <dgm:spPr/>
    </dgm:pt>
    <dgm:pt modelId="{EACFF7AC-51B4-465B-B7F4-5A391D86982E}" type="pres">
      <dgm:prSet presAssocID="{6C3E95E9-D538-42BA-A11F-53A3F1F1411B}" presName="textRect" presStyleLbl="revTx" presStyleIdx="5" presStyleCnt="8">
        <dgm:presLayoutVars>
          <dgm:chMax val="1"/>
          <dgm:chPref val="1"/>
        </dgm:presLayoutVars>
      </dgm:prSet>
      <dgm:spPr/>
    </dgm:pt>
    <dgm:pt modelId="{C32B55B2-3FEE-411A-96E5-B28F265ABE9A}" type="pres">
      <dgm:prSet presAssocID="{134A1FAE-4E0F-4239-AC0D-FAD9A97783E8}" presName="sibTrans" presStyleCnt="0"/>
      <dgm:spPr/>
    </dgm:pt>
    <dgm:pt modelId="{FB2B5FB0-0C83-4293-AB65-27F06004E521}" type="pres">
      <dgm:prSet presAssocID="{8E47D213-37F3-4ECA-BBED-4DAD58922B1E}" presName="compNode" presStyleCnt="0"/>
      <dgm:spPr/>
    </dgm:pt>
    <dgm:pt modelId="{EA29FE57-859F-4835-9139-AC697E51F72A}" type="pres">
      <dgm:prSet presAssocID="{8E47D213-37F3-4ECA-BBED-4DAD58922B1E}" presName="iconBgRect" presStyleLbl="bgShp" presStyleIdx="6" presStyleCnt="8"/>
      <dgm:spPr/>
    </dgm:pt>
    <dgm:pt modelId="{75351C80-C165-477A-BE32-667A1AE1B03A}" type="pres">
      <dgm:prSet presAssocID="{8E47D213-37F3-4ECA-BBED-4DAD58922B1E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52FE5CE-504A-4738-92D9-F304C97694C4}" type="pres">
      <dgm:prSet presAssocID="{8E47D213-37F3-4ECA-BBED-4DAD58922B1E}" presName="spaceRect" presStyleCnt="0"/>
      <dgm:spPr/>
    </dgm:pt>
    <dgm:pt modelId="{73B1BCE1-A2D2-4425-93A7-8A4B08B6E3C6}" type="pres">
      <dgm:prSet presAssocID="{8E47D213-37F3-4ECA-BBED-4DAD58922B1E}" presName="textRect" presStyleLbl="revTx" presStyleIdx="6" presStyleCnt="8">
        <dgm:presLayoutVars>
          <dgm:chMax val="1"/>
          <dgm:chPref val="1"/>
        </dgm:presLayoutVars>
      </dgm:prSet>
      <dgm:spPr/>
    </dgm:pt>
    <dgm:pt modelId="{7FA47F8B-5C26-47F1-ABA4-70D4DACA6346}" type="pres">
      <dgm:prSet presAssocID="{0DFF8C38-90B4-4744-A070-DAD257C5FC66}" presName="sibTrans" presStyleCnt="0"/>
      <dgm:spPr/>
    </dgm:pt>
    <dgm:pt modelId="{92DE573E-FF37-441A-9051-439358724253}" type="pres">
      <dgm:prSet presAssocID="{ABB8E48F-5E65-4EA6-8068-27B110C9EDBB}" presName="compNode" presStyleCnt="0"/>
      <dgm:spPr/>
    </dgm:pt>
    <dgm:pt modelId="{829A76D2-DA23-42EA-BA2F-CD9A19AC6F7A}" type="pres">
      <dgm:prSet presAssocID="{ABB8E48F-5E65-4EA6-8068-27B110C9EDBB}" presName="iconBgRect" presStyleLbl="bgShp" presStyleIdx="7" presStyleCnt="8"/>
      <dgm:spPr/>
    </dgm:pt>
    <dgm:pt modelId="{C1138A95-C5ED-4CD7-B6E2-13407444D6ED}" type="pres">
      <dgm:prSet presAssocID="{ABB8E48F-5E65-4EA6-8068-27B110C9EDBB}" presName="iconRect" presStyleLbl="node1" presStyleIdx="7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CAFC1454-21A8-46C9-8F9A-BD00B323DBFB}" type="pres">
      <dgm:prSet presAssocID="{ABB8E48F-5E65-4EA6-8068-27B110C9EDBB}" presName="spaceRect" presStyleCnt="0"/>
      <dgm:spPr/>
    </dgm:pt>
    <dgm:pt modelId="{EBD4C5A6-52CE-458A-A889-B356A84E38B2}" type="pres">
      <dgm:prSet presAssocID="{ABB8E48F-5E65-4EA6-8068-27B110C9EDBB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FA421505-EB16-4FA3-A3E0-8B2ADE338F32}" type="presOf" srcId="{1C58482A-8A7C-428C-B4FF-D44A9EB40B07}" destId="{08E8E0CB-BD46-4044-85D5-2276E7A1D7B8}" srcOrd="0" destOrd="0" presId="urn:microsoft.com/office/officeart/2018/5/layout/IconCircleLabelList"/>
    <dgm:cxn modelId="{A9421306-66D3-4F71-810F-F0B28EEA926B}" srcId="{1FD98298-02F8-4B72-8088-A3C117F028D1}" destId="{99595D77-684C-4CCA-9C05-457C06717DC9}" srcOrd="3" destOrd="0" parTransId="{461CA585-88B2-4705-8AC6-70B0D1FAFDE7}" sibTransId="{F137414B-1977-4BFE-A08A-F968113FD408}"/>
    <dgm:cxn modelId="{6E440814-2C13-441F-8FA5-27B0BDFB33B9}" srcId="{1FD98298-02F8-4B72-8088-A3C117F028D1}" destId="{71611EE5-4A15-48BC-8CC1-815EEBA79BD8}" srcOrd="0" destOrd="0" parTransId="{BF884380-5E6E-4488-8FB6-144E3CE51C15}" sibTransId="{C1B4C0C8-F83A-44BD-82A1-47E202CBBD14}"/>
    <dgm:cxn modelId="{09997014-DD23-46E8-A687-34607933DDF1}" type="presOf" srcId="{DE027854-AC17-485F-8B47-C24BC376584E}" destId="{CAA8CA66-DFDD-4DA4-A95E-5F40278C7D44}" srcOrd="0" destOrd="0" presId="urn:microsoft.com/office/officeart/2018/5/layout/IconCircleLabelList"/>
    <dgm:cxn modelId="{DDDB8F17-D681-4E01-98E9-5EB0356F1580}" srcId="{1FD98298-02F8-4B72-8088-A3C117F028D1}" destId="{1C58482A-8A7C-428C-B4FF-D44A9EB40B07}" srcOrd="2" destOrd="0" parTransId="{6CB6FAA9-5931-4983-A6AB-2B90FB6BCB4C}" sibTransId="{720D7A61-1B01-483D-93AF-6117144E4E31}"/>
    <dgm:cxn modelId="{2F9DC823-1CF0-45B6-818C-D97020F98F6F}" srcId="{1FD98298-02F8-4B72-8088-A3C117F028D1}" destId="{6C3E95E9-D538-42BA-A11F-53A3F1F1411B}" srcOrd="5" destOrd="0" parTransId="{0CB87501-28FE-4808-8B1D-4B6DC86C4CAD}" sibTransId="{134A1FAE-4E0F-4239-AC0D-FAD9A97783E8}"/>
    <dgm:cxn modelId="{1989A125-DE84-40D3-B39A-03460347A7CD}" type="presOf" srcId="{6C3E95E9-D538-42BA-A11F-53A3F1F1411B}" destId="{EACFF7AC-51B4-465B-B7F4-5A391D86982E}" srcOrd="0" destOrd="0" presId="urn:microsoft.com/office/officeart/2018/5/layout/IconCircleLabelList"/>
    <dgm:cxn modelId="{3661AD31-D278-4741-A16F-70D189A160BC}" type="presOf" srcId="{99595D77-684C-4CCA-9C05-457C06717DC9}" destId="{AF0D9108-7386-4177-90D7-94FE8BBE7F11}" srcOrd="0" destOrd="0" presId="urn:microsoft.com/office/officeart/2018/5/layout/IconCircleLabelList"/>
    <dgm:cxn modelId="{588A5262-624C-45E1-A146-C452B38E643A}" srcId="{1FD98298-02F8-4B72-8088-A3C117F028D1}" destId="{8E47D213-37F3-4ECA-BBED-4DAD58922B1E}" srcOrd="6" destOrd="0" parTransId="{D9972E8F-98BB-4F8E-8603-3C04F8768237}" sibTransId="{0DFF8C38-90B4-4744-A070-DAD257C5FC66}"/>
    <dgm:cxn modelId="{3EDB9B64-BF31-437D-950A-9FD7A6ED2AA4}" srcId="{1FD98298-02F8-4B72-8088-A3C117F028D1}" destId="{DE027854-AC17-485F-8B47-C24BC376584E}" srcOrd="4" destOrd="0" parTransId="{C328DC33-E3B5-4D0E-9171-76725BE02124}" sibTransId="{713E9E7E-33CB-4127-ABC6-CD604CB2186D}"/>
    <dgm:cxn modelId="{7C65BD51-5110-4A57-9401-7CFD98CC8086}" type="presOf" srcId="{71611EE5-4A15-48BC-8CC1-815EEBA79BD8}" destId="{9126F02C-48C2-45C7-854C-54F318D54BA8}" srcOrd="0" destOrd="0" presId="urn:microsoft.com/office/officeart/2018/5/layout/IconCircleLabelList"/>
    <dgm:cxn modelId="{2A817578-E9A6-4499-B0AC-64F159E8334F}" srcId="{1FD98298-02F8-4B72-8088-A3C117F028D1}" destId="{5734A9AA-3690-4EB5-9BA8-97C74698DC49}" srcOrd="1" destOrd="0" parTransId="{76102BF0-5C76-4196-A976-0A480427775E}" sibTransId="{7E3264CC-87EA-4ECB-85E7-761C5B8AD73B}"/>
    <dgm:cxn modelId="{636C2C88-682A-4F04-AD0D-D976E00FAA19}" type="presOf" srcId="{8E47D213-37F3-4ECA-BBED-4DAD58922B1E}" destId="{73B1BCE1-A2D2-4425-93A7-8A4B08B6E3C6}" srcOrd="0" destOrd="0" presId="urn:microsoft.com/office/officeart/2018/5/layout/IconCircleLabelList"/>
    <dgm:cxn modelId="{91890BC1-3A94-4551-B690-A6447CC0DB2A}" type="presOf" srcId="{5734A9AA-3690-4EB5-9BA8-97C74698DC49}" destId="{D4A35DFE-0EA2-42C5-AD91-0DD40500158F}" srcOrd="0" destOrd="0" presId="urn:microsoft.com/office/officeart/2018/5/layout/IconCircleLabelList"/>
    <dgm:cxn modelId="{80766AC1-B8D5-4BA8-83E1-5350F11752B9}" type="presOf" srcId="{ABB8E48F-5E65-4EA6-8068-27B110C9EDBB}" destId="{EBD4C5A6-52CE-458A-A889-B356A84E38B2}" srcOrd="0" destOrd="0" presId="urn:microsoft.com/office/officeart/2018/5/layout/IconCircleLabelList"/>
    <dgm:cxn modelId="{F6E7D9C1-3EFC-4531-8A48-0D488E48D32C}" srcId="{1FD98298-02F8-4B72-8088-A3C117F028D1}" destId="{ABB8E48F-5E65-4EA6-8068-27B110C9EDBB}" srcOrd="7" destOrd="0" parTransId="{54C6E92C-A782-44AD-A2D6-9113D0185216}" sibTransId="{BEA2FEBE-B968-46F0-B8E3-CE327B02E7F3}"/>
    <dgm:cxn modelId="{35A432EE-1205-463C-AF63-29BCB811D330}" type="presOf" srcId="{1FD98298-02F8-4B72-8088-A3C117F028D1}" destId="{24FE5E3A-B30A-4070-99A9-4890457A70AC}" srcOrd="0" destOrd="0" presId="urn:microsoft.com/office/officeart/2018/5/layout/IconCircleLabelList"/>
    <dgm:cxn modelId="{441FE6DD-713A-465F-A4C2-BE0DCB5E356C}" type="presParOf" srcId="{24FE5E3A-B30A-4070-99A9-4890457A70AC}" destId="{8205EA3E-EBC8-4EFC-9AA8-0DF02AC9B2CD}" srcOrd="0" destOrd="0" presId="urn:microsoft.com/office/officeart/2018/5/layout/IconCircleLabelList"/>
    <dgm:cxn modelId="{09A8F22D-B76E-4B7B-8471-2DF8BD82A560}" type="presParOf" srcId="{8205EA3E-EBC8-4EFC-9AA8-0DF02AC9B2CD}" destId="{CE135ABA-264E-435D-9230-19277206B007}" srcOrd="0" destOrd="0" presId="urn:microsoft.com/office/officeart/2018/5/layout/IconCircleLabelList"/>
    <dgm:cxn modelId="{7AB922FB-C6C7-4DF3-AB88-7CC9C4F8F577}" type="presParOf" srcId="{8205EA3E-EBC8-4EFC-9AA8-0DF02AC9B2CD}" destId="{C7D1F72D-CA1D-466D-9FD4-8B1DC5066324}" srcOrd="1" destOrd="0" presId="urn:microsoft.com/office/officeart/2018/5/layout/IconCircleLabelList"/>
    <dgm:cxn modelId="{77BFB3FE-53CF-4E9C-9555-B5566D481E66}" type="presParOf" srcId="{8205EA3E-EBC8-4EFC-9AA8-0DF02AC9B2CD}" destId="{D8470F3A-6A1A-4622-A0D3-BAB37B54D196}" srcOrd="2" destOrd="0" presId="urn:microsoft.com/office/officeart/2018/5/layout/IconCircleLabelList"/>
    <dgm:cxn modelId="{B6DD9B6E-60F9-45B9-9EE4-9151399872FA}" type="presParOf" srcId="{8205EA3E-EBC8-4EFC-9AA8-0DF02AC9B2CD}" destId="{9126F02C-48C2-45C7-854C-54F318D54BA8}" srcOrd="3" destOrd="0" presId="urn:microsoft.com/office/officeart/2018/5/layout/IconCircleLabelList"/>
    <dgm:cxn modelId="{5D1CB1F1-388E-44D8-928F-9B8B7943535B}" type="presParOf" srcId="{24FE5E3A-B30A-4070-99A9-4890457A70AC}" destId="{C6110F18-A578-4588-9B80-338F414545F6}" srcOrd="1" destOrd="0" presId="urn:microsoft.com/office/officeart/2018/5/layout/IconCircleLabelList"/>
    <dgm:cxn modelId="{2CA922E1-FF78-42FB-983B-AA6A6D40456A}" type="presParOf" srcId="{24FE5E3A-B30A-4070-99A9-4890457A70AC}" destId="{9EAC7C7A-008F-467A-A032-5070F39842E7}" srcOrd="2" destOrd="0" presId="urn:microsoft.com/office/officeart/2018/5/layout/IconCircleLabelList"/>
    <dgm:cxn modelId="{D34424FE-8B6B-4EA1-8130-1F810F1ED184}" type="presParOf" srcId="{9EAC7C7A-008F-467A-A032-5070F39842E7}" destId="{8A7475E2-4A99-4478-B795-8852AF0E5A52}" srcOrd="0" destOrd="0" presId="urn:microsoft.com/office/officeart/2018/5/layout/IconCircleLabelList"/>
    <dgm:cxn modelId="{743BAB63-A6CF-4D47-978B-12E530737DD0}" type="presParOf" srcId="{9EAC7C7A-008F-467A-A032-5070F39842E7}" destId="{9DE8B6A5-EA5A-4FFC-A690-404AD54294F1}" srcOrd="1" destOrd="0" presId="urn:microsoft.com/office/officeart/2018/5/layout/IconCircleLabelList"/>
    <dgm:cxn modelId="{24C58B9B-0BBD-4428-8102-4F7E8BB5DB1D}" type="presParOf" srcId="{9EAC7C7A-008F-467A-A032-5070F39842E7}" destId="{FC437D55-52F9-487A-8C48-89EC5C2B6F71}" srcOrd="2" destOrd="0" presId="urn:microsoft.com/office/officeart/2018/5/layout/IconCircleLabelList"/>
    <dgm:cxn modelId="{46369329-A0B2-4554-94E7-C1D2E81941EA}" type="presParOf" srcId="{9EAC7C7A-008F-467A-A032-5070F39842E7}" destId="{D4A35DFE-0EA2-42C5-AD91-0DD40500158F}" srcOrd="3" destOrd="0" presId="urn:microsoft.com/office/officeart/2018/5/layout/IconCircleLabelList"/>
    <dgm:cxn modelId="{D5E71D38-B23C-4F0B-BDF1-D8EEA35FB664}" type="presParOf" srcId="{24FE5E3A-B30A-4070-99A9-4890457A70AC}" destId="{7F78CB1B-8547-4238-A54F-CAB8632ACA9A}" srcOrd="3" destOrd="0" presId="urn:microsoft.com/office/officeart/2018/5/layout/IconCircleLabelList"/>
    <dgm:cxn modelId="{EFDB18BA-4840-48DC-9F4B-4C6CB06E6F7D}" type="presParOf" srcId="{24FE5E3A-B30A-4070-99A9-4890457A70AC}" destId="{26987FDE-2083-46FF-AF9E-DF3166928E03}" srcOrd="4" destOrd="0" presId="urn:microsoft.com/office/officeart/2018/5/layout/IconCircleLabelList"/>
    <dgm:cxn modelId="{E3412D05-D0C0-4E45-A127-BA2DB18934FA}" type="presParOf" srcId="{26987FDE-2083-46FF-AF9E-DF3166928E03}" destId="{BF63C3AE-2A33-40F5-B59F-6A0E60359285}" srcOrd="0" destOrd="0" presId="urn:microsoft.com/office/officeart/2018/5/layout/IconCircleLabelList"/>
    <dgm:cxn modelId="{3B2805A7-1BEF-46C9-B576-FB637384D0FB}" type="presParOf" srcId="{26987FDE-2083-46FF-AF9E-DF3166928E03}" destId="{18BD4A5A-A6D9-421E-8A1A-BAE332442E1A}" srcOrd="1" destOrd="0" presId="urn:microsoft.com/office/officeart/2018/5/layout/IconCircleLabelList"/>
    <dgm:cxn modelId="{3254A6DC-DECA-4219-B11B-3C4C6CF4F405}" type="presParOf" srcId="{26987FDE-2083-46FF-AF9E-DF3166928E03}" destId="{093710B3-6497-4529-8861-359BBF901E23}" srcOrd="2" destOrd="0" presId="urn:microsoft.com/office/officeart/2018/5/layout/IconCircleLabelList"/>
    <dgm:cxn modelId="{D68F391B-FB41-4C04-8011-1BCC64EF756A}" type="presParOf" srcId="{26987FDE-2083-46FF-AF9E-DF3166928E03}" destId="{08E8E0CB-BD46-4044-85D5-2276E7A1D7B8}" srcOrd="3" destOrd="0" presId="urn:microsoft.com/office/officeart/2018/5/layout/IconCircleLabelList"/>
    <dgm:cxn modelId="{6D66FBDF-4B14-425B-8947-094F160FD091}" type="presParOf" srcId="{24FE5E3A-B30A-4070-99A9-4890457A70AC}" destId="{520B4DDF-1AC3-498A-B700-70F336FC747D}" srcOrd="5" destOrd="0" presId="urn:microsoft.com/office/officeart/2018/5/layout/IconCircleLabelList"/>
    <dgm:cxn modelId="{12B6075A-75E9-4C92-854C-24EA3187FF1D}" type="presParOf" srcId="{24FE5E3A-B30A-4070-99A9-4890457A70AC}" destId="{E72CCCCA-70F9-4E18-9E42-167330FD289A}" srcOrd="6" destOrd="0" presId="urn:microsoft.com/office/officeart/2018/5/layout/IconCircleLabelList"/>
    <dgm:cxn modelId="{5E940DBA-4ED6-4282-9180-3D4A477C3772}" type="presParOf" srcId="{E72CCCCA-70F9-4E18-9E42-167330FD289A}" destId="{3FCB4BB5-3A5F-4080-8842-1E96FD9383B3}" srcOrd="0" destOrd="0" presId="urn:microsoft.com/office/officeart/2018/5/layout/IconCircleLabelList"/>
    <dgm:cxn modelId="{840DC62B-7858-41B2-BCCB-FE47DDFEE6F0}" type="presParOf" srcId="{E72CCCCA-70F9-4E18-9E42-167330FD289A}" destId="{6D5E6E1A-6FF5-49EC-83E4-5238A932639C}" srcOrd="1" destOrd="0" presId="urn:microsoft.com/office/officeart/2018/5/layout/IconCircleLabelList"/>
    <dgm:cxn modelId="{71352B2D-9B61-4C09-9C51-C804F5FFBA02}" type="presParOf" srcId="{E72CCCCA-70F9-4E18-9E42-167330FD289A}" destId="{5CB06FA5-31DD-431C-89FC-E529A5F7AB65}" srcOrd="2" destOrd="0" presId="urn:microsoft.com/office/officeart/2018/5/layout/IconCircleLabelList"/>
    <dgm:cxn modelId="{5D65D53D-1234-4734-8213-15C1AE09F13F}" type="presParOf" srcId="{E72CCCCA-70F9-4E18-9E42-167330FD289A}" destId="{AF0D9108-7386-4177-90D7-94FE8BBE7F11}" srcOrd="3" destOrd="0" presId="urn:microsoft.com/office/officeart/2018/5/layout/IconCircleLabelList"/>
    <dgm:cxn modelId="{E8ED25A8-72ED-487B-B835-2A1F4C1A59FB}" type="presParOf" srcId="{24FE5E3A-B30A-4070-99A9-4890457A70AC}" destId="{0FCD29C1-6ED0-47C0-AFB0-B65E8017689F}" srcOrd="7" destOrd="0" presId="urn:microsoft.com/office/officeart/2018/5/layout/IconCircleLabelList"/>
    <dgm:cxn modelId="{B2EA71E5-66FA-460A-9378-10849A4E4B9D}" type="presParOf" srcId="{24FE5E3A-B30A-4070-99A9-4890457A70AC}" destId="{5FC2A633-D86E-4B10-A0CB-EE0D99A9EDFE}" srcOrd="8" destOrd="0" presId="urn:microsoft.com/office/officeart/2018/5/layout/IconCircleLabelList"/>
    <dgm:cxn modelId="{62F349C9-AB97-44F7-AC31-B01889E2D2D4}" type="presParOf" srcId="{5FC2A633-D86E-4B10-A0CB-EE0D99A9EDFE}" destId="{66AFFA56-D21A-4DEF-98A2-3032BB4421EA}" srcOrd="0" destOrd="0" presId="urn:microsoft.com/office/officeart/2018/5/layout/IconCircleLabelList"/>
    <dgm:cxn modelId="{CB82457C-A78A-441C-B790-5A46639CA25E}" type="presParOf" srcId="{5FC2A633-D86E-4B10-A0CB-EE0D99A9EDFE}" destId="{639452C0-2170-4E80-9333-380BF09CD61E}" srcOrd="1" destOrd="0" presId="urn:microsoft.com/office/officeart/2018/5/layout/IconCircleLabelList"/>
    <dgm:cxn modelId="{4CB81DF4-A689-49FB-9E37-82E0456B278F}" type="presParOf" srcId="{5FC2A633-D86E-4B10-A0CB-EE0D99A9EDFE}" destId="{6D7A4C4F-4FE3-4780-89D3-F22F3681016A}" srcOrd="2" destOrd="0" presId="urn:microsoft.com/office/officeart/2018/5/layout/IconCircleLabelList"/>
    <dgm:cxn modelId="{3273C9A5-6CC6-4795-B809-25E583EFD76B}" type="presParOf" srcId="{5FC2A633-D86E-4B10-A0CB-EE0D99A9EDFE}" destId="{CAA8CA66-DFDD-4DA4-A95E-5F40278C7D44}" srcOrd="3" destOrd="0" presId="urn:microsoft.com/office/officeart/2018/5/layout/IconCircleLabelList"/>
    <dgm:cxn modelId="{EB9EA0C5-82DB-4BDD-86B9-EE60DDC56D2A}" type="presParOf" srcId="{24FE5E3A-B30A-4070-99A9-4890457A70AC}" destId="{CEBEE0A8-4D65-4733-9697-2D7307FEAC6F}" srcOrd="9" destOrd="0" presId="urn:microsoft.com/office/officeart/2018/5/layout/IconCircleLabelList"/>
    <dgm:cxn modelId="{2566708F-5C3F-45E4-80FB-00CE484874ED}" type="presParOf" srcId="{24FE5E3A-B30A-4070-99A9-4890457A70AC}" destId="{A648DD87-B79E-4AEA-9399-93064D6A62A9}" srcOrd="10" destOrd="0" presId="urn:microsoft.com/office/officeart/2018/5/layout/IconCircleLabelList"/>
    <dgm:cxn modelId="{FE472FFE-E556-4DA9-A0DE-0875FC90AE4A}" type="presParOf" srcId="{A648DD87-B79E-4AEA-9399-93064D6A62A9}" destId="{2FE9F6A4-5D0E-4B46-A7DB-79C34E293F3F}" srcOrd="0" destOrd="0" presId="urn:microsoft.com/office/officeart/2018/5/layout/IconCircleLabelList"/>
    <dgm:cxn modelId="{70300E2F-3D3E-4625-8EC0-6DDCF1C850F6}" type="presParOf" srcId="{A648DD87-B79E-4AEA-9399-93064D6A62A9}" destId="{47E309FC-AEDF-42F8-8250-16D257953BB6}" srcOrd="1" destOrd="0" presId="urn:microsoft.com/office/officeart/2018/5/layout/IconCircleLabelList"/>
    <dgm:cxn modelId="{D0020D8B-7176-497B-BEE6-4327734C2080}" type="presParOf" srcId="{A648DD87-B79E-4AEA-9399-93064D6A62A9}" destId="{2D51833D-F765-4EC5-A2A0-BB2CB02A8F42}" srcOrd="2" destOrd="0" presId="urn:microsoft.com/office/officeart/2018/5/layout/IconCircleLabelList"/>
    <dgm:cxn modelId="{D8B7DAF9-2600-463E-A989-F51522BF6FEB}" type="presParOf" srcId="{A648DD87-B79E-4AEA-9399-93064D6A62A9}" destId="{EACFF7AC-51B4-465B-B7F4-5A391D86982E}" srcOrd="3" destOrd="0" presId="urn:microsoft.com/office/officeart/2018/5/layout/IconCircleLabelList"/>
    <dgm:cxn modelId="{B45D49A9-369B-4FBC-B0D7-5A22C268EE9B}" type="presParOf" srcId="{24FE5E3A-B30A-4070-99A9-4890457A70AC}" destId="{C32B55B2-3FEE-411A-96E5-B28F265ABE9A}" srcOrd="11" destOrd="0" presId="urn:microsoft.com/office/officeart/2018/5/layout/IconCircleLabelList"/>
    <dgm:cxn modelId="{FB5DBCAD-A03A-4D6A-9E89-5EAC191CA035}" type="presParOf" srcId="{24FE5E3A-B30A-4070-99A9-4890457A70AC}" destId="{FB2B5FB0-0C83-4293-AB65-27F06004E521}" srcOrd="12" destOrd="0" presId="urn:microsoft.com/office/officeart/2018/5/layout/IconCircleLabelList"/>
    <dgm:cxn modelId="{2E1FC501-E6A5-4578-AFE9-21E45F154222}" type="presParOf" srcId="{FB2B5FB0-0C83-4293-AB65-27F06004E521}" destId="{EA29FE57-859F-4835-9139-AC697E51F72A}" srcOrd="0" destOrd="0" presId="urn:microsoft.com/office/officeart/2018/5/layout/IconCircleLabelList"/>
    <dgm:cxn modelId="{C2D3105A-15E4-42CA-8A5C-EED56ABBE8A0}" type="presParOf" srcId="{FB2B5FB0-0C83-4293-AB65-27F06004E521}" destId="{75351C80-C165-477A-BE32-667A1AE1B03A}" srcOrd="1" destOrd="0" presId="urn:microsoft.com/office/officeart/2018/5/layout/IconCircleLabelList"/>
    <dgm:cxn modelId="{EB800CFC-8C0A-4965-A1A6-9201035BB86F}" type="presParOf" srcId="{FB2B5FB0-0C83-4293-AB65-27F06004E521}" destId="{352FE5CE-504A-4738-92D9-F304C97694C4}" srcOrd="2" destOrd="0" presId="urn:microsoft.com/office/officeart/2018/5/layout/IconCircleLabelList"/>
    <dgm:cxn modelId="{0AF43678-1ACA-4073-A792-207E7AE71B89}" type="presParOf" srcId="{FB2B5FB0-0C83-4293-AB65-27F06004E521}" destId="{73B1BCE1-A2D2-4425-93A7-8A4B08B6E3C6}" srcOrd="3" destOrd="0" presId="urn:microsoft.com/office/officeart/2018/5/layout/IconCircleLabelList"/>
    <dgm:cxn modelId="{8A91D521-A4EB-4E65-806B-872AE28A8635}" type="presParOf" srcId="{24FE5E3A-B30A-4070-99A9-4890457A70AC}" destId="{7FA47F8B-5C26-47F1-ABA4-70D4DACA6346}" srcOrd="13" destOrd="0" presId="urn:microsoft.com/office/officeart/2018/5/layout/IconCircleLabelList"/>
    <dgm:cxn modelId="{B5AB260A-CC9C-4FEA-81C1-6CAFE9B6F5A0}" type="presParOf" srcId="{24FE5E3A-B30A-4070-99A9-4890457A70AC}" destId="{92DE573E-FF37-441A-9051-439358724253}" srcOrd="14" destOrd="0" presId="urn:microsoft.com/office/officeart/2018/5/layout/IconCircleLabelList"/>
    <dgm:cxn modelId="{20EDADC9-D2AD-4F8D-90EE-79D6BCD7CC9C}" type="presParOf" srcId="{92DE573E-FF37-441A-9051-439358724253}" destId="{829A76D2-DA23-42EA-BA2F-CD9A19AC6F7A}" srcOrd="0" destOrd="0" presId="urn:microsoft.com/office/officeart/2018/5/layout/IconCircleLabelList"/>
    <dgm:cxn modelId="{36804B71-2ACE-4404-93D2-70817C4B2060}" type="presParOf" srcId="{92DE573E-FF37-441A-9051-439358724253}" destId="{C1138A95-C5ED-4CD7-B6E2-13407444D6ED}" srcOrd="1" destOrd="0" presId="urn:microsoft.com/office/officeart/2018/5/layout/IconCircleLabelList"/>
    <dgm:cxn modelId="{6FCAFDC1-F919-42CA-AB93-F4585779A7BC}" type="presParOf" srcId="{92DE573E-FF37-441A-9051-439358724253}" destId="{CAFC1454-21A8-46C9-8F9A-BD00B323DBFB}" srcOrd="2" destOrd="0" presId="urn:microsoft.com/office/officeart/2018/5/layout/IconCircleLabelList"/>
    <dgm:cxn modelId="{415A9E1E-140D-4107-9B84-A7E1899708B0}" type="presParOf" srcId="{92DE573E-FF37-441A-9051-439358724253}" destId="{EBD4C5A6-52CE-458A-A889-B356A84E38B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AA350D8-CDD0-436E-9207-4FDFBB830E58}" type="doc">
      <dgm:prSet loTypeId="urn:microsoft.com/office/officeart/2016/7/layout/RepeatingBendingProcessNew" loCatId="process" qsTypeId="urn:microsoft.com/office/officeart/2005/8/quickstyle/simple1#27" qsCatId="simple" csTypeId="urn:microsoft.com/office/officeart/2005/8/colors/accent1_2#22" csCatId="accent1"/>
      <dgm:spPr/>
      <dgm:t>
        <a:bodyPr/>
        <a:lstStyle/>
        <a:p>
          <a:endParaRPr lang="en-US"/>
        </a:p>
      </dgm:t>
    </dgm:pt>
    <dgm:pt modelId="{99AA9876-BA3B-4578-9D20-ABEB0E0CB8C3}">
      <dgm:prSet/>
      <dgm:spPr/>
      <dgm:t>
        <a:bodyPr/>
        <a:lstStyle/>
        <a:p>
          <a:r>
            <a:rPr lang="en-IN" b="1"/>
            <a:t>Java Concepts Used</a:t>
          </a:r>
          <a:endParaRPr lang="en-US"/>
        </a:p>
      </dgm:t>
    </dgm:pt>
    <dgm:pt modelId="{95CF2E83-7468-4A8B-8461-C2A4ECF7B061}" type="parTrans" cxnId="{A452D1CF-4E99-428C-905D-CF1F8F9C71D6}">
      <dgm:prSet/>
      <dgm:spPr/>
      <dgm:t>
        <a:bodyPr/>
        <a:lstStyle/>
        <a:p>
          <a:endParaRPr lang="en-US"/>
        </a:p>
      </dgm:t>
    </dgm:pt>
    <dgm:pt modelId="{DE2F6397-2BEB-4E39-A6AA-9ADB1299AF67}" type="sibTrans" cxnId="{A452D1CF-4E99-428C-905D-CF1F8F9C71D6}">
      <dgm:prSet/>
      <dgm:spPr/>
      <dgm:t>
        <a:bodyPr/>
        <a:lstStyle/>
        <a:p>
          <a:endParaRPr lang="en-US"/>
        </a:p>
      </dgm:t>
    </dgm:pt>
    <dgm:pt modelId="{60DA60FE-C538-4D5E-B01B-B864A92CB05E}">
      <dgm:prSet/>
      <dgm:spPr/>
      <dgm:t>
        <a:bodyPr/>
        <a:lstStyle/>
        <a:p>
          <a:r>
            <a:rPr lang="en-IN" b="1"/>
            <a:t>Variables and Data Types</a:t>
          </a:r>
          <a:endParaRPr lang="en-US"/>
        </a:p>
      </dgm:t>
    </dgm:pt>
    <dgm:pt modelId="{4DB4EBA2-3960-47BC-917C-3C6FA4F09F68}" type="parTrans" cxnId="{B8EB2003-A121-4357-B572-549557F074F0}">
      <dgm:prSet/>
      <dgm:spPr/>
      <dgm:t>
        <a:bodyPr/>
        <a:lstStyle/>
        <a:p>
          <a:endParaRPr lang="en-US"/>
        </a:p>
      </dgm:t>
    </dgm:pt>
    <dgm:pt modelId="{F947BC04-681E-4F3A-845C-36F20BA1BFE2}" type="sibTrans" cxnId="{B8EB2003-A121-4357-B572-549557F074F0}">
      <dgm:prSet/>
      <dgm:spPr/>
      <dgm:t>
        <a:bodyPr/>
        <a:lstStyle/>
        <a:p>
          <a:endParaRPr lang="en-US"/>
        </a:p>
      </dgm:t>
    </dgm:pt>
    <dgm:pt modelId="{1956CC25-387C-4C31-ADCA-5B57FCBA44BE}">
      <dgm:prSet/>
      <dgm:spPr/>
      <dgm:t>
        <a:bodyPr/>
        <a:lstStyle/>
        <a:p>
          <a:r>
            <a:rPr lang="en-IN" b="1"/>
            <a:t>Operators</a:t>
          </a:r>
          <a:endParaRPr lang="en-US"/>
        </a:p>
      </dgm:t>
    </dgm:pt>
    <dgm:pt modelId="{FA855DFF-23BA-4EAA-979C-C1FA606AD32F}" type="parTrans" cxnId="{5C7958FE-F4F9-4161-91E1-1643063711B8}">
      <dgm:prSet/>
      <dgm:spPr/>
      <dgm:t>
        <a:bodyPr/>
        <a:lstStyle/>
        <a:p>
          <a:endParaRPr lang="en-US"/>
        </a:p>
      </dgm:t>
    </dgm:pt>
    <dgm:pt modelId="{14B78C33-FB37-4CDA-B6AF-0CD87BCC6624}" type="sibTrans" cxnId="{5C7958FE-F4F9-4161-91E1-1643063711B8}">
      <dgm:prSet/>
      <dgm:spPr/>
      <dgm:t>
        <a:bodyPr/>
        <a:lstStyle/>
        <a:p>
          <a:endParaRPr lang="en-US"/>
        </a:p>
      </dgm:t>
    </dgm:pt>
    <dgm:pt modelId="{94BC4223-A9FF-42D4-B0FB-739189E99F1A}">
      <dgm:prSet/>
      <dgm:spPr/>
      <dgm:t>
        <a:bodyPr/>
        <a:lstStyle/>
        <a:p>
          <a:r>
            <a:rPr lang="en-IN"/>
            <a:t>Arithmetic</a:t>
          </a:r>
          <a:endParaRPr lang="en-US"/>
        </a:p>
      </dgm:t>
    </dgm:pt>
    <dgm:pt modelId="{7099AAAB-2419-47E5-B4CF-16E389D4D7EB}" type="parTrans" cxnId="{8DFCDDE0-FFBA-49C5-9EAE-708504E3B98A}">
      <dgm:prSet/>
      <dgm:spPr/>
      <dgm:t>
        <a:bodyPr/>
        <a:lstStyle/>
        <a:p>
          <a:endParaRPr lang="en-US"/>
        </a:p>
      </dgm:t>
    </dgm:pt>
    <dgm:pt modelId="{DD6FA380-CFCC-48E0-B9D6-7F1F548E3F62}" type="sibTrans" cxnId="{8DFCDDE0-FFBA-49C5-9EAE-708504E3B98A}">
      <dgm:prSet/>
      <dgm:spPr/>
      <dgm:t>
        <a:bodyPr/>
        <a:lstStyle/>
        <a:p>
          <a:endParaRPr lang="en-US"/>
        </a:p>
      </dgm:t>
    </dgm:pt>
    <dgm:pt modelId="{F1479CFB-7E05-405F-9214-349C5AAF70F5}">
      <dgm:prSet/>
      <dgm:spPr/>
      <dgm:t>
        <a:bodyPr/>
        <a:lstStyle/>
        <a:p>
          <a:r>
            <a:rPr lang="en-IN"/>
            <a:t>Relational</a:t>
          </a:r>
          <a:endParaRPr lang="en-US"/>
        </a:p>
      </dgm:t>
    </dgm:pt>
    <dgm:pt modelId="{FB04D998-C82B-460B-ABBF-9681114B61A7}" type="parTrans" cxnId="{E7E89C8B-64BB-4141-AA0B-745C30B5415D}">
      <dgm:prSet/>
      <dgm:spPr/>
      <dgm:t>
        <a:bodyPr/>
        <a:lstStyle/>
        <a:p>
          <a:endParaRPr lang="en-US"/>
        </a:p>
      </dgm:t>
    </dgm:pt>
    <dgm:pt modelId="{0F391F76-B2D2-446D-A072-1879B8A9FB17}" type="sibTrans" cxnId="{E7E89C8B-64BB-4141-AA0B-745C30B5415D}">
      <dgm:prSet/>
      <dgm:spPr/>
      <dgm:t>
        <a:bodyPr/>
        <a:lstStyle/>
        <a:p>
          <a:endParaRPr lang="en-US"/>
        </a:p>
      </dgm:t>
    </dgm:pt>
    <dgm:pt modelId="{6C6A302B-A683-4E2A-AA34-EEA57E8F469D}">
      <dgm:prSet/>
      <dgm:spPr/>
      <dgm:t>
        <a:bodyPr/>
        <a:lstStyle/>
        <a:p>
          <a:r>
            <a:rPr lang="en-IN"/>
            <a:t>Logical</a:t>
          </a:r>
          <a:endParaRPr lang="en-US"/>
        </a:p>
      </dgm:t>
    </dgm:pt>
    <dgm:pt modelId="{8459054E-FAFA-46CC-97C8-153842259057}" type="parTrans" cxnId="{F83FB192-B7DA-422C-A365-BDD483B41703}">
      <dgm:prSet/>
      <dgm:spPr/>
      <dgm:t>
        <a:bodyPr/>
        <a:lstStyle/>
        <a:p>
          <a:endParaRPr lang="en-US"/>
        </a:p>
      </dgm:t>
    </dgm:pt>
    <dgm:pt modelId="{BB44D718-F658-43FE-9AEF-713413805861}" type="sibTrans" cxnId="{F83FB192-B7DA-422C-A365-BDD483B41703}">
      <dgm:prSet/>
      <dgm:spPr/>
      <dgm:t>
        <a:bodyPr/>
        <a:lstStyle/>
        <a:p>
          <a:endParaRPr lang="en-US"/>
        </a:p>
      </dgm:t>
    </dgm:pt>
    <dgm:pt modelId="{EE26A6D3-86B0-47BD-8418-0DB2412841A5}">
      <dgm:prSet/>
      <dgm:spPr/>
      <dgm:t>
        <a:bodyPr/>
        <a:lstStyle/>
        <a:p>
          <a:r>
            <a:rPr lang="en-IN"/>
            <a:t>Assignment</a:t>
          </a:r>
          <a:endParaRPr lang="en-US"/>
        </a:p>
      </dgm:t>
    </dgm:pt>
    <dgm:pt modelId="{48985E4E-6F5D-4736-B8B3-A5E1897B8B0B}" type="parTrans" cxnId="{B7FAAB89-25AA-47B8-AB83-9FC4E9F9A04C}">
      <dgm:prSet/>
      <dgm:spPr/>
      <dgm:t>
        <a:bodyPr/>
        <a:lstStyle/>
        <a:p>
          <a:endParaRPr lang="en-US"/>
        </a:p>
      </dgm:t>
    </dgm:pt>
    <dgm:pt modelId="{3160A8C6-6278-46B9-8A02-C9A06111F989}" type="sibTrans" cxnId="{B7FAAB89-25AA-47B8-AB83-9FC4E9F9A04C}">
      <dgm:prSet/>
      <dgm:spPr/>
      <dgm:t>
        <a:bodyPr/>
        <a:lstStyle/>
        <a:p>
          <a:endParaRPr lang="en-US"/>
        </a:p>
      </dgm:t>
    </dgm:pt>
    <dgm:pt modelId="{9E6DB0D2-FFA3-4343-A285-51A7747A7C86}">
      <dgm:prSet/>
      <dgm:spPr/>
      <dgm:t>
        <a:bodyPr/>
        <a:lstStyle/>
        <a:p>
          <a:r>
            <a:rPr lang="en-IN" b="1"/>
            <a:t>Input using Scanner</a:t>
          </a:r>
          <a:endParaRPr lang="en-US"/>
        </a:p>
      </dgm:t>
    </dgm:pt>
    <dgm:pt modelId="{048B82A8-08A1-43B6-841E-2AEC0996FAAC}" type="parTrans" cxnId="{7DAD8F9B-D72D-4FB3-B8B2-6885C5BB2BE3}">
      <dgm:prSet/>
      <dgm:spPr/>
      <dgm:t>
        <a:bodyPr/>
        <a:lstStyle/>
        <a:p>
          <a:endParaRPr lang="en-US"/>
        </a:p>
      </dgm:t>
    </dgm:pt>
    <dgm:pt modelId="{4D17D9B8-21BA-408C-87E8-37CED61B5F8B}" type="sibTrans" cxnId="{7DAD8F9B-D72D-4FB3-B8B2-6885C5BB2BE3}">
      <dgm:prSet/>
      <dgm:spPr/>
      <dgm:t>
        <a:bodyPr/>
        <a:lstStyle/>
        <a:p>
          <a:endParaRPr lang="en-US"/>
        </a:p>
      </dgm:t>
    </dgm:pt>
    <dgm:pt modelId="{134C73B8-F467-4E74-8572-20705CC58AA8}">
      <dgm:prSet/>
      <dgm:spPr/>
      <dgm:t>
        <a:bodyPr/>
        <a:lstStyle/>
        <a:p>
          <a:r>
            <a:rPr lang="en-IN" b="1"/>
            <a:t>if / else-if statements</a:t>
          </a:r>
          <a:endParaRPr lang="en-US"/>
        </a:p>
      </dgm:t>
    </dgm:pt>
    <dgm:pt modelId="{51C94269-A09E-48F9-9507-48F1C6C6D62E}" type="parTrans" cxnId="{4F6A9B40-C846-4C53-9A90-2AC42EC1A19E}">
      <dgm:prSet/>
      <dgm:spPr/>
      <dgm:t>
        <a:bodyPr/>
        <a:lstStyle/>
        <a:p>
          <a:endParaRPr lang="en-US"/>
        </a:p>
      </dgm:t>
    </dgm:pt>
    <dgm:pt modelId="{63E21FAB-458F-4F8E-8F97-4FDAF89A8B59}" type="sibTrans" cxnId="{4F6A9B40-C846-4C53-9A90-2AC42EC1A19E}">
      <dgm:prSet/>
      <dgm:spPr/>
      <dgm:t>
        <a:bodyPr/>
        <a:lstStyle/>
        <a:p>
          <a:endParaRPr lang="en-US"/>
        </a:p>
      </dgm:t>
    </dgm:pt>
    <dgm:pt modelId="{0B2DCEC2-998A-4F62-9AE0-5008087FFFF8}">
      <dgm:prSet/>
      <dgm:spPr/>
      <dgm:t>
        <a:bodyPr/>
        <a:lstStyle/>
        <a:p>
          <a:r>
            <a:rPr lang="en-IN" b="1"/>
            <a:t>switch statement</a:t>
          </a:r>
          <a:endParaRPr lang="en-US"/>
        </a:p>
      </dgm:t>
    </dgm:pt>
    <dgm:pt modelId="{5CDB1142-FE40-47E3-A857-98027AA7899B}" type="parTrans" cxnId="{BDF4CF26-A50B-48D2-97F1-103A269BC1DB}">
      <dgm:prSet/>
      <dgm:spPr/>
      <dgm:t>
        <a:bodyPr/>
        <a:lstStyle/>
        <a:p>
          <a:endParaRPr lang="en-US"/>
        </a:p>
      </dgm:t>
    </dgm:pt>
    <dgm:pt modelId="{0002FDB9-5CA4-49D2-AEAD-C4B6DEC5AFD9}" type="sibTrans" cxnId="{BDF4CF26-A50B-48D2-97F1-103A269BC1DB}">
      <dgm:prSet/>
      <dgm:spPr/>
      <dgm:t>
        <a:bodyPr/>
        <a:lstStyle/>
        <a:p>
          <a:endParaRPr lang="en-US"/>
        </a:p>
      </dgm:t>
    </dgm:pt>
    <dgm:pt modelId="{28AA58F3-CE9E-4810-9A16-764CA1BDBCD0}">
      <dgm:prSet/>
      <dgm:spPr/>
      <dgm:t>
        <a:bodyPr/>
        <a:lstStyle/>
        <a:p>
          <a:r>
            <a:rPr lang="en-IN" b="1"/>
            <a:t>Loops</a:t>
          </a:r>
          <a:endParaRPr lang="en-US"/>
        </a:p>
      </dgm:t>
    </dgm:pt>
    <dgm:pt modelId="{95A186B8-8457-48C2-B326-852F5EEDDAA5}" type="parTrans" cxnId="{2AA9024E-DB4B-4D05-8AE5-C181B1C04B69}">
      <dgm:prSet/>
      <dgm:spPr/>
      <dgm:t>
        <a:bodyPr/>
        <a:lstStyle/>
        <a:p>
          <a:endParaRPr lang="en-US"/>
        </a:p>
      </dgm:t>
    </dgm:pt>
    <dgm:pt modelId="{EA6C0736-2855-4CF3-AA44-DD873B87A2FD}" type="sibTrans" cxnId="{2AA9024E-DB4B-4D05-8AE5-C181B1C04B69}">
      <dgm:prSet/>
      <dgm:spPr/>
      <dgm:t>
        <a:bodyPr/>
        <a:lstStyle/>
        <a:p>
          <a:endParaRPr lang="en-US"/>
        </a:p>
      </dgm:t>
    </dgm:pt>
    <dgm:pt modelId="{389546C5-EA8B-44E3-93FC-A504C59465AA}">
      <dgm:prSet/>
      <dgm:spPr/>
      <dgm:t>
        <a:bodyPr/>
        <a:lstStyle/>
        <a:p>
          <a:r>
            <a:rPr lang="en-IN"/>
            <a:t>for</a:t>
          </a:r>
          <a:endParaRPr lang="en-US"/>
        </a:p>
      </dgm:t>
    </dgm:pt>
    <dgm:pt modelId="{535DEC9D-D237-4116-A58F-BEA9E93B3427}" type="parTrans" cxnId="{975868BB-69A0-418C-96BF-B19D0D1708F2}">
      <dgm:prSet/>
      <dgm:spPr/>
      <dgm:t>
        <a:bodyPr/>
        <a:lstStyle/>
        <a:p>
          <a:endParaRPr lang="en-US"/>
        </a:p>
      </dgm:t>
    </dgm:pt>
    <dgm:pt modelId="{D21EA9C7-2E54-4A75-BDBF-7C10B34FBBF5}" type="sibTrans" cxnId="{975868BB-69A0-418C-96BF-B19D0D1708F2}">
      <dgm:prSet/>
      <dgm:spPr/>
      <dgm:t>
        <a:bodyPr/>
        <a:lstStyle/>
        <a:p>
          <a:endParaRPr lang="en-US"/>
        </a:p>
      </dgm:t>
    </dgm:pt>
    <dgm:pt modelId="{8606DC71-213B-4C80-9583-4FD5A6324318}">
      <dgm:prSet/>
      <dgm:spPr/>
      <dgm:t>
        <a:bodyPr/>
        <a:lstStyle/>
        <a:p>
          <a:r>
            <a:rPr lang="en-IN"/>
            <a:t>while</a:t>
          </a:r>
          <a:endParaRPr lang="en-US"/>
        </a:p>
      </dgm:t>
    </dgm:pt>
    <dgm:pt modelId="{A5EC9D23-28AD-41F1-AD4F-E397407D9D57}" type="parTrans" cxnId="{9C8CA69D-17B2-4532-AE3C-5D094729DF32}">
      <dgm:prSet/>
      <dgm:spPr/>
      <dgm:t>
        <a:bodyPr/>
        <a:lstStyle/>
        <a:p>
          <a:endParaRPr lang="en-US"/>
        </a:p>
      </dgm:t>
    </dgm:pt>
    <dgm:pt modelId="{7DDB936E-5A60-4042-AA81-E6D310B5269C}" type="sibTrans" cxnId="{9C8CA69D-17B2-4532-AE3C-5D094729DF32}">
      <dgm:prSet/>
      <dgm:spPr/>
      <dgm:t>
        <a:bodyPr/>
        <a:lstStyle/>
        <a:p>
          <a:endParaRPr lang="en-US"/>
        </a:p>
      </dgm:t>
    </dgm:pt>
    <dgm:pt modelId="{54E88305-B440-4551-B2BC-C45CD62EA572}">
      <dgm:prSet/>
      <dgm:spPr/>
      <dgm:t>
        <a:bodyPr/>
        <a:lstStyle/>
        <a:p>
          <a:r>
            <a:rPr lang="en-IN"/>
            <a:t>do-while</a:t>
          </a:r>
          <a:endParaRPr lang="en-US"/>
        </a:p>
      </dgm:t>
    </dgm:pt>
    <dgm:pt modelId="{60BFF4D1-B2BE-4C4A-BBBE-9ECAC61F9C49}" type="parTrans" cxnId="{A777A780-27F0-4D39-A284-CF3D876479DF}">
      <dgm:prSet/>
      <dgm:spPr/>
      <dgm:t>
        <a:bodyPr/>
        <a:lstStyle/>
        <a:p>
          <a:endParaRPr lang="en-US"/>
        </a:p>
      </dgm:t>
    </dgm:pt>
    <dgm:pt modelId="{8492E724-3EC0-49E5-AE75-60F416CFC56D}" type="sibTrans" cxnId="{A777A780-27F0-4D39-A284-CF3D876479DF}">
      <dgm:prSet/>
      <dgm:spPr/>
      <dgm:t>
        <a:bodyPr/>
        <a:lstStyle/>
        <a:p>
          <a:endParaRPr lang="en-US"/>
        </a:p>
      </dgm:t>
    </dgm:pt>
    <dgm:pt modelId="{AA669151-E4F3-4F4F-BB0A-5CE3E2AC7F22}">
      <dgm:prSet/>
      <dgm:spPr/>
      <dgm:t>
        <a:bodyPr/>
        <a:lstStyle/>
        <a:p>
          <a:r>
            <a:rPr lang="en-IN" b="1"/>
            <a:t>Methods</a:t>
          </a:r>
          <a:endParaRPr lang="en-US"/>
        </a:p>
      </dgm:t>
    </dgm:pt>
    <dgm:pt modelId="{F2CC57CB-BD55-4326-A949-7C30051828D1}" type="parTrans" cxnId="{A85EBDBF-B7DB-47C1-A5EB-1042475594C4}">
      <dgm:prSet/>
      <dgm:spPr/>
      <dgm:t>
        <a:bodyPr/>
        <a:lstStyle/>
        <a:p>
          <a:endParaRPr lang="en-US"/>
        </a:p>
      </dgm:t>
    </dgm:pt>
    <dgm:pt modelId="{2424D55E-7161-4BF9-B8F4-E0A056FB96F0}" type="sibTrans" cxnId="{A85EBDBF-B7DB-47C1-A5EB-1042475594C4}">
      <dgm:prSet/>
      <dgm:spPr/>
      <dgm:t>
        <a:bodyPr/>
        <a:lstStyle/>
        <a:p>
          <a:endParaRPr lang="en-US"/>
        </a:p>
      </dgm:t>
    </dgm:pt>
    <dgm:pt modelId="{0A74EFEF-CFC8-4CEA-BD58-80C9A0C8A6F9}">
      <dgm:prSet/>
      <dgm:spPr/>
      <dgm:t>
        <a:bodyPr/>
        <a:lstStyle/>
        <a:p>
          <a:r>
            <a:rPr lang="en-IN" b="1"/>
            <a:t>Arrays</a:t>
          </a:r>
          <a:endParaRPr lang="en-US"/>
        </a:p>
      </dgm:t>
    </dgm:pt>
    <dgm:pt modelId="{1B743D89-D1D6-4DDB-951F-68A28889E52D}" type="parTrans" cxnId="{AD89FBAB-F2AF-4C5F-A2E7-885AF14636F0}">
      <dgm:prSet/>
      <dgm:spPr/>
      <dgm:t>
        <a:bodyPr/>
        <a:lstStyle/>
        <a:p>
          <a:endParaRPr lang="en-US"/>
        </a:p>
      </dgm:t>
    </dgm:pt>
    <dgm:pt modelId="{1638B78D-2A72-4DC5-89E9-1A56521738D8}" type="sibTrans" cxnId="{AD89FBAB-F2AF-4C5F-A2E7-885AF14636F0}">
      <dgm:prSet/>
      <dgm:spPr/>
      <dgm:t>
        <a:bodyPr/>
        <a:lstStyle/>
        <a:p>
          <a:endParaRPr lang="en-US"/>
        </a:p>
      </dgm:t>
    </dgm:pt>
    <dgm:pt modelId="{DA12A434-2678-4354-81DD-FF1885AD631C}">
      <dgm:prSet/>
      <dgm:spPr/>
      <dgm:t>
        <a:bodyPr/>
        <a:lstStyle/>
        <a:p>
          <a:r>
            <a:rPr lang="en-IN" b="1"/>
            <a:t>String Handling</a:t>
          </a:r>
          <a:endParaRPr lang="en-US"/>
        </a:p>
      </dgm:t>
    </dgm:pt>
    <dgm:pt modelId="{A3C4D354-E33B-4001-84C6-167B2463D35A}" type="parTrans" cxnId="{80A29B57-D660-43FF-9BAE-EE19B1D3D5AB}">
      <dgm:prSet/>
      <dgm:spPr/>
      <dgm:t>
        <a:bodyPr/>
        <a:lstStyle/>
        <a:p>
          <a:endParaRPr lang="en-US"/>
        </a:p>
      </dgm:t>
    </dgm:pt>
    <dgm:pt modelId="{11A08D86-5051-401A-ACE3-440A5097AE9D}" type="sibTrans" cxnId="{80A29B57-D660-43FF-9BAE-EE19B1D3D5AB}">
      <dgm:prSet/>
      <dgm:spPr/>
      <dgm:t>
        <a:bodyPr/>
        <a:lstStyle/>
        <a:p>
          <a:endParaRPr lang="en-US"/>
        </a:p>
      </dgm:t>
    </dgm:pt>
    <dgm:pt modelId="{BC5F51A5-C1AB-4D69-9C46-020C4E712DBC}">
      <dgm:prSet/>
      <dgm:spPr/>
      <dgm:t>
        <a:bodyPr/>
        <a:lstStyle/>
        <a:p>
          <a:r>
            <a:rPr lang="en-IN" b="1"/>
            <a:t>Classes and Objects</a:t>
          </a:r>
          <a:endParaRPr lang="en-US"/>
        </a:p>
      </dgm:t>
    </dgm:pt>
    <dgm:pt modelId="{537398A2-7ECC-4E99-B264-CE75C54278D1}" type="parTrans" cxnId="{E3714092-D766-4E31-90F2-6CA5EB0B5E94}">
      <dgm:prSet/>
      <dgm:spPr/>
      <dgm:t>
        <a:bodyPr/>
        <a:lstStyle/>
        <a:p>
          <a:endParaRPr lang="en-US"/>
        </a:p>
      </dgm:t>
    </dgm:pt>
    <dgm:pt modelId="{DF4F37A6-0C95-49A5-969C-79F551779260}" type="sibTrans" cxnId="{E3714092-D766-4E31-90F2-6CA5EB0B5E94}">
      <dgm:prSet/>
      <dgm:spPr/>
      <dgm:t>
        <a:bodyPr/>
        <a:lstStyle/>
        <a:p>
          <a:endParaRPr lang="en-US"/>
        </a:p>
      </dgm:t>
    </dgm:pt>
    <dgm:pt modelId="{F8E371EA-600C-4B9D-89A4-82E93D681C9C}">
      <dgm:prSet/>
      <dgm:spPr/>
      <dgm:t>
        <a:bodyPr/>
        <a:lstStyle/>
        <a:p>
          <a:r>
            <a:rPr lang="en-IN" b="1"/>
            <a:t>Basic Object-Oriented Programming concepts</a:t>
          </a:r>
          <a:endParaRPr lang="en-US"/>
        </a:p>
      </dgm:t>
    </dgm:pt>
    <dgm:pt modelId="{6C3E7301-61D4-4A67-A500-A193FC40A5E2}" type="parTrans" cxnId="{C120E6DB-6C57-4446-A234-DC404C2D6272}">
      <dgm:prSet/>
      <dgm:spPr/>
      <dgm:t>
        <a:bodyPr/>
        <a:lstStyle/>
        <a:p>
          <a:endParaRPr lang="en-US"/>
        </a:p>
      </dgm:t>
    </dgm:pt>
    <dgm:pt modelId="{5EF8F004-208A-4B49-B053-0307B0DE374C}" type="sibTrans" cxnId="{C120E6DB-6C57-4446-A234-DC404C2D6272}">
      <dgm:prSet/>
      <dgm:spPr/>
      <dgm:t>
        <a:bodyPr/>
        <a:lstStyle/>
        <a:p>
          <a:endParaRPr lang="en-US"/>
        </a:p>
      </dgm:t>
    </dgm:pt>
    <dgm:pt modelId="{3589FFBD-06EF-41AB-A413-786745CBFEE3}">
      <dgm:prSet/>
      <dgm:spPr/>
      <dgm:t>
        <a:bodyPr/>
        <a:lstStyle/>
        <a:p>
          <a:r>
            <a:rPr lang="en-IN"/>
            <a:t>These concepts are combined to develop</a:t>
          </a:r>
          <a:endParaRPr lang="en-US"/>
        </a:p>
      </dgm:t>
    </dgm:pt>
    <dgm:pt modelId="{8A44B2A7-348E-4A6B-86E6-0007A9B1FB78}" type="parTrans" cxnId="{76584604-16C8-4DD3-92A2-899436229D9C}">
      <dgm:prSet/>
      <dgm:spPr/>
      <dgm:t>
        <a:bodyPr/>
        <a:lstStyle/>
        <a:p>
          <a:endParaRPr lang="en-US"/>
        </a:p>
      </dgm:t>
    </dgm:pt>
    <dgm:pt modelId="{1BB1E71C-8EF3-4152-B792-CA37E78C0440}" type="sibTrans" cxnId="{76584604-16C8-4DD3-92A2-899436229D9C}">
      <dgm:prSet/>
      <dgm:spPr/>
      <dgm:t>
        <a:bodyPr/>
        <a:lstStyle/>
        <a:p>
          <a:endParaRPr lang="en-US"/>
        </a:p>
      </dgm:t>
    </dgm:pt>
    <dgm:pt modelId="{7D72A5BA-4A0A-4E05-8F0B-92C737984DE2}" type="pres">
      <dgm:prSet presAssocID="{0AA350D8-CDD0-436E-9207-4FDFBB830E58}" presName="Name0" presStyleCnt="0">
        <dgm:presLayoutVars>
          <dgm:dir/>
          <dgm:resizeHandles val="exact"/>
        </dgm:presLayoutVars>
      </dgm:prSet>
      <dgm:spPr/>
    </dgm:pt>
    <dgm:pt modelId="{710EB737-CD3F-457D-A215-E509170F83E5}" type="pres">
      <dgm:prSet presAssocID="{99AA9876-BA3B-4578-9D20-ABEB0E0CB8C3}" presName="node" presStyleLbl="node1" presStyleIdx="0" presStyleCnt="13">
        <dgm:presLayoutVars>
          <dgm:bulletEnabled val="1"/>
        </dgm:presLayoutVars>
      </dgm:prSet>
      <dgm:spPr/>
    </dgm:pt>
    <dgm:pt modelId="{25D05532-1B14-4641-A487-2727B5ABF07A}" type="pres">
      <dgm:prSet presAssocID="{DE2F6397-2BEB-4E39-A6AA-9ADB1299AF67}" presName="sibTrans" presStyleLbl="sibTrans1D1" presStyleIdx="0" presStyleCnt="12"/>
      <dgm:spPr/>
    </dgm:pt>
    <dgm:pt modelId="{76F6C4CA-C374-492D-A9DB-29BD313CD4D9}" type="pres">
      <dgm:prSet presAssocID="{DE2F6397-2BEB-4E39-A6AA-9ADB1299AF67}" presName="connectorText" presStyleLbl="sibTrans1D1" presStyleIdx="0" presStyleCnt="12"/>
      <dgm:spPr/>
    </dgm:pt>
    <dgm:pt modelId="{CA3EAB05-FC2A-4059-A6BF-2169F1159DD2}" type="pres">
      <dgm:prSet presAssocID="{60DA60FE-C538-4D5E-B01B-B864A92CB05E}" presName="node" presStyleLbl="node1" presStyleIdx="1" presStyleCnt="13">
        <dgm:presLayoutVars>
          <dgm:bulletEnabled val="1"/>
        </dgm:presLayoutVars>
      </dgm:prSet>
      <dgm:spPr/>
    </dgm:pt>
    <dgm:pt modelId="{97CE0583-A1B2-4718-BB02-AE976B3C9D89}" type="pres">
      <dgm:prSet presAssocID="{F947BC04-681E-4F3A-845C-36F20BA1BFE2}" presName="sibTrans" presStyleLbl="sibTrans1D1" presStyleIdx="1" presStyleCnt="12"/>
      <dgm:spPr/>
    </dgm:pt>
    <dgm:pt modelId="{A786DF28-7240-45F5-9694-CAE163F940F4}" type="pres">
      <dgm:prSet presAssocID="{F947BC04-681E-4F3A-845C-36F20BA1BFE2}" presName="connectorText" presStyleLbl="sibTrans1D1" presStyleIdx="1" presStyleCnt="12"/>
      <dgm:spPr/>
    </dgm:pt>
    <dgm:pt modelId="{582FEA85-52A1-4627-9FDB-EAB150FCFE85}" type="pres">
      <dgm:prSet presAssocID="{1956CC25-387C-4C31-ADCA-5B57FCBA44BE}" presName="node" presStyleLbl="node1" presStyleIdx="2" presStyleCnt="13">
        <dgm:presLayoutVars>
          <dgm:bulletEnabled val="1"/>
        </dgm:presLayoutVars>
      </dgm:prSet>
      <dgm:spPr/>
    </dgm:pt>
    <dgm:pt modelId="{AFC36FA4-87E9-4155-BBD4-5AB647AE0C4E}" type="pres">
      <dgm:prSet presAssocID="{14B78C33-FB37-4CDA-B6AF-0CD87BCC6624}" presName="sibTrans" presStyleLbl="sibTrans1D1" presStyleIdx="2" presStyleCnt="12"/>
      <dgm:spPr/>
    </dgm:pt>
    <dgm:pt modelId="{F1DEBAA6-7302-4568-92C3-C313FD487F5E}" type="pres">
      <dgm:prSet presAssocID="{14B78C33-FB37-4CDA-B6AF-0CD87BCC6624}" presName="connectorText" presStyleLbl="sibTrans1D1" presStyleIdx="2" presStyleCnt="12"/>
      <dgm:spPr/>
    </dgm:pt>
    <dgm:pt modelId="{A2492307-5C2E-4CC8-B5BE-7DA40290FE71}" type="pres">
      <dgm:prSet presAssocID="{9E6DB0D2-FFA3-4343-A285-51A7747A7C86}" presName="node" presStyleLbl="node1" presStyleIdx="3" presStyleCnt="13">
        <dgm:presLayoutVars>
          <dgm:bulletEnabled val="1"/>
        </dgm:presLayoutVars>
      </dgm:prSet>
      <dgm:spPr/>
    </dgm:pt>
    <dgm:pt modelId="{441751FC-6337-4F52-9E99-4C6F9B86D659}" type="pres">
      <dgm:prSet presAssocID="{4D17D9B8-21BA-408C-87E8-37CED61B5F8B}" presName="sibTrans" presStyleLbl="sibTrans1D1" presStyleIdx="3" presStyleCnt="12"/>
      <dgm:spPr/>
    </dgm:pt>
    <dgm:pt modelId="{9CAE2770-2C4F-4A1D-9904-D61381B2D6A0}" type="pres">
      <dgm:prSet presAssocID="{4D17D9B8-21BA-408C-87E8-37CED61B5F8B}" presName="connectorText" presStyleLbl="sibTrans1D1" presStyleIdx="3" presStyleCnt="12"/>
      <dgm:spPr/>
    </dgm:pt>
    <dgm:pt modelId="{C1B3634F-5876-4904-87D3-3EA3E89CC5DB}" type="pres">
      <dgm:prSet presAssocID="{134C73B8-F467-4E74-8572-20705CC58AA8}" presName="node" presStyleLbl="node1" presStyleIdx="4" presStyleCnt="13">
        <dgm:presLayoutVars>
          <dgm:bulletEnabled val="1"/>
        </dgm:presLayoutVars>
      </dgm:prSet>
      <dgm:spPr/>
    </dgm:pt>
    <dgm:pt modelId="{C9EE43EC-8CBC-47BC-B0A8-46D04940C298}" type="pres">
      <dgm:prSet presAssocID="{63E21FAB-458F-4F8E-8F97-4FDAF89A8B59}" presName="sibTrans" presStyleLbl="sibTrans1D1" presStyleIdx="4" presStyleCnt="12"/>
      <dgm:spPr/>
    </dgm:pt>
    <dgm:pt modelId="{ECC23649-B79D-4151-9C3F-B09076B79AD2}" type="pres">
      <dgm:prSet presAssocID="{63E21FAB-458F-4F8E-8F97-4FDAF89A8B59}" presName="connectorText" presStyleLbl="sibTrans1D1" presStyleIdx="4" presStyleCnt="12"/>
      <dgm:spPr/>
    </dgm:pt>
    <dgm:pt modelId="{6AFE4BEC-D92B-4F53-B434-CD0C835F0B43}" type="pres">
      <dgm:prSet presAssocID="{0B2DCEC2-998A-4F62-9AE0-5008087FFFF8}" presName="node" presStyleLbl="node1" presStyleIdx="5" presStyleCnt="13">
        <dgm:presLayoutVars>
          <dgm:bulletEnabled val="1"/>
        </dgm:presLayoutVars>
      </dgm:prSet>
      <dgm:spPr/>
    </dgm:pt>
    <dgm:pt modelId="{7E95F895-CE54-4106-9BAF-3299DFB761FB}" type="pres">
      <dgm:prSet presAssocID="{0002FDB9-5CA4-49D2-AEAD-C4B6DEC5AFD9}" presName="sibTrans" presStyleLbl="sibTrans1D1" presStyleIdx="5" presStyleCnt="12"/>
      <dgm:spPr/>
    </dgm:pt>
    <dgm:pt modelId="{9CC1D76E-4320-43D2-93BB-5DB3E85BB499}" type="pres">
      <dgm:prSet presAssocID="{0002FDB9-5CA4-49D2-AEAD-C4B6DEC5AFD9}" presName="connectorText" presStyleLbl="sibTrans1D1" presStyleIdx="5" presStyleCnt="12"/>
      <dgm:spPr/>
    </dgm:pt>
    <dgm:pt modelId="{37275708-7011-43E9-BF54-30DA840F76B2}" type="pres">
      <dgm:prSet presAssocID="{28AA58F3-CE9E-4810-9A16-764CA1BDBCD0}" presName="node" presStyleLbl="node1" presStyleIdx="6" presStyleCnt="13">
        <dgm:presLayoutVars>
          <dgm:bulletEnabled val="1"/>
        </dgm:presLayoutVars>
      </dgm:prSet>
      <dgm:spPr/>
    </dgm:pt>
    <dgm:pt modelId="{65C98974-FEEF-4094-A5D0-BF5D2BE4A8FF}" type="pres">
      <dgm:prSet presAssocID="{EA6C0736-2855-4CF3-AA44-DD873B87A2FD}" presName="sibTrans" presStyleLbl="sibTrans1D1" presStyleIdx="6" presStyleCnt="12"/>
      <dgm:spPr/>
    </dgm:pt>
    <dgm:pt modelId="{13C5516E-3317-4BFD-9DC6-BB29A17CE65B}" type="pres">
      <dgm:prSet presAssocID="{EA6C0736-2855-4CF3-AA44-DD873B87A2FD}" presName="connectorText" presStyleLbl="sibTrans1D1" presStyleIdx="6" presStyleCnt="12"/>
      <dgm:spPr/>
    </dgm:pt>
    <dgm:pt modelId="{F5A01FD4-7B0A-4CD8-ACEC-2E8C2D230906}" type="pres">
      <dgm:prSet presAssocID="{AA669151-E4F3-4F4F-BB0A-5CE3E2AC7F22}" presName="node" presStyleLbl="node1" presStyleIdx="7" presStyleCnt="13">
        <dgm:presLayoutVars>
          <dgm:bulletEnabled val="1"/>
        </dgm:presLayoutVars>
      </dgm:prSet>
      <dgm:spPr/>
    </dgm:pt>
    <dgm:pt modelId="{11E798A5-E2B7-459A-8F80-18AB3E7FAB65}" type="pres">
      <dgm:prSet presAssocID="{2424D55E-7161-4BF9-B8F4-E0A056FB96F0}" presName="sibTrans" presStyleLbl="sibTrans1D1" presStyleIdx="7" presStyleCnt="12"/>
      <dgm:spPr/>
    </dgm:pt>
    <dgm:pt modelId="{D8231292-5D2A-4F93-87DB-98D0AEB6FE75}" type="pres">
      <dgm:prSet presAssocID="{2424D55E-7161-4BF9-B8F4-E0A056FB96F0}" presName="connectorText" presStyleLbl="sibTrans1D1" presStyleIdx="7" presStyleCnt="12"/>
      <dgm:spPr/>
    </dgm:pt>
    <dgm:pt modelId="{C64A6870-7C06-4D42-9FD7-A6597FC36314}" type="pres">
      <dgm:prSet presAssocID="{0A74EFEF-CFC8-4CEA-BD58-80C9A0C8A6F9}" presName="node" presStyleLbl="node1" presStyleIdx="8" presStyleCnt="13">
        <dgm:presLayoutVars>
          <dgm:bulletEnabled val="1"/>
        </dgm:presLayoutVars>
      </dgm:prSet>
      <dgm:spPr/>
    </dgm:pt>
    <dgm:pt modelId="{D0D909AC-B6A4-4C70-8675-77E123CE3F76}" type="pres">
      <dgm:prSet presAssocID="{1638B78D-2A72-4DC5-89E9-1A56521738D8}" presName="sibTrans" presStyleLbl="sibTrans1D1" presStyleIdx="8" presStyleCnt="12"/>
      <dgm:spPr/>
    </dgm:pt>
    <dgm:pt modelId="{9C27FDF0-C104-44B8-9E07-BDFAC05F0EF5}" type="pres">
      <dgm:prSet presAssocID="{1638B78D-2A72-4DC5-89E9-1A56521738D8}" presName="connectorText" presStyleLbl="sibTrans1D1" presStyleIdx="8" presStyleCnt="12"/>
      <dgm:spPr/>
    </dgm:pt>
    <dgm:pt modelId="{20C66D75-1C3C-432A-93E4-70FB2AA0BE6A}" type="pres">
      <dgm:prSet presAssocID="{DA12A434-2678-4354-81DD-FF1885AD631C}" presName="node" presStyleLbl="node1" presStyleIdx="9" presStyleCnt="13">
        <dgm:presLayoutVars>
          <dgm:bulletEnabled val="1"/>
        </dgm:presLayoutVars>
      </dgm:prSet>
      <dgm:spPr/>
    </dgm:pt>
    <dgm:pt modelId="{B1476C8D-C3EC-4BCA-9374-6BB6069A2FED}" type="pres">
      <dgm:prSet presAssocID="{11A08D86-5051-401A-ACE3-440A5097AE9D}" presName="sibTrans" presStyleLbl="sibTrans1D1" presStyleIdx="9" presStyleCnt="12"/>
      <dgm:spPr/>
    </dgm:pt>
    <dgm:pt modelId="{897EAE4C-FC7A-4408-9389-C7A7B762C2D4}" type="pres">
      <dgm:prSet presAssocID="{11A08D86-5051-401A-ACE3-440A5097AE9D}" presName="connectorText" presStyleLbl="sibTrans1D1" presStyleIdx="9" presStyleCnt="12"/>
      <dgm:spPr/>
    </dgm:pt>
    <dgm:pt modelId="{46C5B1AC-6834-450A-8AEF-FA92559CAE36}" type="pres">
      <dgm:prSet presAssocID="{BC5F51A5-C1AB-4D69-9C46-020C4E712DBC}" presName="node" presStyleLbl="node1" presStyleIdx="10" presStyleCnt="13">
        <dgm:presLayoutVars>
          <dgm:bulletEnabled val="1"/>
        </dgm:presLayoutVars>
      </dgm:prSet>
      <dgm:spPr/>
    </dgm:pt>
    <dgm:pt modelId="{E4A136A6-F068-4281-B3BE-BCC097BF5661}" type="pres">
      <dgm:prSet presAssocID="{DF4F37A6-0C95-49A5-969C-79F551779260}" presName="sibTrans" presStyleLbl="sibTrans1D1" presStyleIdx="10" presStyleCnt="12"/>
      <dgm:spPr/>
    </dgm:pt>
    <dgm:pt modelId="{27B71041-4911-4B8E-A470-D7436B076E4B}" type="pres">
      <dgm:prSet presAssocID="{DF4F37A6-0C95-49A5-969C-79F551779260}" presName="connectorText" presStyleLbl="sibTrans1D1" presStyleIdx="10" presStyleCnt="12"/>
      <dgm:spPr/>
    </dgm:pt>
    <dgm:pt modelId="{B0C3357F-B6DB-46EA-8C66-CFAF43803C40}" type="pres">
      <dgm:prSet presAssocID="{F8E371EA-600C-4B9D-89A4-82E93D681C9C}" presName="node" presStyleLbl="node1" presStyleIdx="11" presStyleCnt="13">
        <dgm:presLayoutVars>
          <dgm:bulletEnabled val="1"/>
        </dgm:presLayoutVars>
      </dgm:prSet>
      <dgm:spPr/>
    </dgm:pt>
    <dgm:pt modelId="{399D28A5-199F-4A46-ABAF-63D22EAC1C14}" type="pres">
      <dgm:prSet presAssocID="{5EF8F004-208A-4B49-B053-0307B0DE374C}" presName="sibTrans" presStyleLbl="sibTrans1D1" presStyleIdx="11" presStyleCnt="12"/>
      <dgm:spPr/>
    </dgm:pt>
    <dgm:pt modelId="{680F9F07-4AE4-4091-9924-E4D84B18D21A}" type="pres">
      <dgm:prSet presAssocID="{5EF8F004-208A-4B49-B053-0307B0DE374C}" presName="connectorText" presStyleLbl="sibTrans1D1" presStyleIdx="11" presStyleCnt="12"/>
      <dgm:spPr/>
    </dgm:pt>
    <dgm:pt modelId="{CE4458B4-5566-4283-99E8-8F8B789DBE94}" type="pres">
      <dgm:prSet presAssocID="{3589FFBD-06EF-41AB-A413-786745CBFEE3}" presName="node" presStyleLbl="node1" presStyleIdx="12" presStyleCnt="13">
        <dgm:presLayoutVars>
          <dgm:bulletEnabled val="1"/>
        </dgm:presLayoutVars>
      </dgm:prSet>
      <dgm:spPr/>
    </dgm:pt>
  </dgm:ptLst>
  <dgm:cxnLst>
    <dgm:cxn modelId="{B8EB2003-A121-4357-B572-549557F074F0}" srcId="{0AA350D8-CDD0-436E-9207-4FDFBB830E58}" destId="{60DA60FE-C538-4D5E-B01B-B864A92CB05E}" srcOrd="1" destOrd="0" parTransId="{4DB4EBA2-3960-47BC-917C-3C6FA4F09F68}" sibTransId="{F947BC04-681E-4F3A-845C-36F20BA1BFE2}"/>
    <dgm:cxn modelId="{76584604-16C8-4DD3-92A2-899436229D9C}" srcId="{0AA350D8-CDD0-436E-9207-4FDFBB830E58}" destId="{3589FFBD-06EF-41AB-A413-786745CBFEE3}" srcOrd="12" destOrd="0" parTransId="{8A44B2A7-348E-4A6B-86E6-0007A9B1FB78}" sibTransId="{1BB1E71C-8EF3-4152-B792-CA37E78C0440}"/>
    <dgm:cxn modelId="{D398770E-8592-46D7-9069-BB12A1400FB8}" type="presOf" srcId="{DE2F6397-2BEB-4E39-A6AA-9ADB1299AF67}" destId="{76F6C4CA-C374-492D-A9DB-29BD313CD4D9}" srcOrd="1" destOrd="0" presId="urn:microsoft.com/office/officeart/2016/7/layout/RepeatingBendingProcessNew"/>
    <dgm:cxn modelId="{08715D11-8D50-4B90-A9D0-142E14606D80}" type="presOf" srcId="{3589FFBD-06EF-41AB-A413-786745CBFEE3}" destId="{CE4458B4-5566-4283-99E8-8F8B789DBE94}" srcOrd="0" destOrd="0" presId="urn:microsoft.com/office/officeart/2016/7/layout/RepeatingBendingProcessNew"/>
    <dgm:cxn modelId="{B64CC21D-AA4A-4D8C-ACC9-D8BA50ED5820}" type="presOf" srcId="{BC5F51A5-C1AB-4D69-9C46-020C4E712DBC}" destId="{46C5B1AC-6834-450A-8AEF-FA92559CAE36}" srcOrd="0" destOrd="0" presId="urn:microsoft.com/office/officeart/2016/7/layout/RepeatingBendingProcessNew"/>
    <dgm:cxn modelId="{AA4BA21E-5529-4103-AE5F-E4DE9F124113}" type="presOf" srcId="{63E21FAB-458F-4F8E-8F97-4FDAF89A8B59}" destId="{C9EE43EC-8CBC-47BC-B0A8-46D04940C298}" srcOrd="0" destOrd="0" presId="urn:microsoft.com/office/officeart/2016/7/layout/RepeatingBendingProcessNew"/>
    <dgm:cxn modelId="{BABFD21E-337A-49FA-A0FD-E230087BD389}" type="presOf" srcId="{5EF8F004-208A-4B49-B053-0307B0DE374C}" destId="{680F9F07-4AE4-4091-9924-E4D84B18D21A}" srcOrd="1" destOrd="0" presId="urn:microsoft.com/office/officeart/2016/7/layout/RepeatingBendingProcessNew"/>
    <dgm:cxn modelId="{BDF4CF26-A50B-48D2-97F1-103A269BC1DB}" srcId="{0AA350D8-CDD0-436E-9207-4FDFBB830E58}" destId="{0B2DCEC2-998A-4F62-9AE0-5008087FFFF8}" srcOrd="5" destOrd="0" parTransId="{5CDB1142-FE40-47E3-A857-98027AA7899B}" sibTransId="{0002FDB9-5CA4-49D2-AEAD-C4B6DEC5AFD9}"/>
    <dgm:cxn modelId="{4698B129-9C3E-473A-9822-6C50FE8C9E0C}" type="presOf" srcId="{99AA9876-BA3B-4578-9D20-ABEB0E0CB8C3}" destId="{710EB737-CD3F-457D-A215-E509170F83E5}" srcOrd="0" destOrd="0" presId="urn:microsoft.com/office/officeart/2016/7/layout/RepeatingBendingProcessNew"/>
    <dgm:cxn modelId="{C9699835-49D3-4A92-9837-9A24FB7BFE41}" type="presOf" srcId="{14B78C33-FB37-4CDA-B6AF-0CD87BCC6624}" destId="{F1DEBAA6-7302-4568-92C3-C313FD487F5E}" srcOrd="1" destOrd="0" presId="urn:microsoft.com/office/officeart/2016/7/layout/RepeatingBendingProcessNew"/>
    <dgm:cxn modelId="{E6E49F35-9293-4A80-A97B-70054365343B}" type="presOf" srcId="{0002FDB9-5CA4-49D2-AEAD-C4B6DEC5AFD9}" destId="{9CC1D76E-4320-43D2-93BB-5DB3E85BB499}" srcOrd="1" destOrd="0" presId="urn:microsoft.com/office/officeart/2016/7/layout/RepeatingBendingProcessNew"/>
    <dgm:cxn modelId="{9B31253D-BD9C-4565-96B8-00493313A064}" type="presOf" srcId="{1638B78D-2A72-4DC5-89E9-1A56521738D8}" destId="{D0D909AC-B6A4-4C70-8675-77E123CE3F76}" srcOrd="0" destOrd="0" presId="urn:microsoft.com/office/officeart/2016/7/layout/RepeatingBendingProcessNew"/>
    <dgm:cxn modelId="{4F6A9B40-C846-4C53-9A90-2AC42EC1A19E}" srcId="{0AA350D8-CDD0-436E-9207-4FDFBB830E58}" destId="{134C73B8-F467-4E74-8572-20705CC58AA8}" srcOrd="4" destOrd="0" parTransId="{51C94269-A09E-48F9-9507-48F1C6C6D62E}" sibTransId="{63E21FAB-458F-4F8E-8F97-4FDAF89A8B59}"/>
    <dgm:cxn modelId="{9FEB825E-276E-4775-90DB-D3D135C7DCF3}" type="presOf" srcId="{4D17D9B8-21BA-408C-87E8-37CED61B5F8B}" destId="{9CAE2770-2C4F-4A1D-9904-D61381B2D6A0}" srcOrd="1" destOrd="0" presId="urn:microsoft.com/office/officeart/2016/7/layout/RepeatingBendingProcessNew"/>
    <dgm:cxn modelId="{35FD2E42-ECEB-40A5-B2DE-6E3CEDB50FD1}" type="presOf" srcId="{EA6C0736-2855-4CF3-AA44-DD873B87A2FD}" destId="{65C98974-FEEF-4094-A5D0-BF5D2BE4A8FF}" srcOrd="0" destOrd="0" presId="urn:microsoft.com/office/officeart/2016/7/layout/RepeatingBendingProcessNew"/>
    <dgm:cxn modelId="{91973063-33B0-4F8D-A2E9-65982393970C}" type="presOf" srcId="{AA669151-E4F3-4F4F-BB0A-5CE3E2AC7F22}" destId="{F5A01FD4-7B0A-4CD8-ACEC-2E8C2D230906}" srcOrd="0" destOrd="0" presId="urn:microsoft.com/office/officeart/2016/7/layout/RepeatingBendingProcessNew"/>
    <dgm:cxn modelId="{46254C49-0D6D-4730-9B39-DB2D822EC23F}" type="presOf" srcId="{4D17D9B8-21BA-408C-87E8-37CED61B5F8B}" destId="{441751FC-6337-4F52-9E99-4C6F9B86D659}" srcOrd="0" destOrd="0" presId="urn:microsoft.com/office/officeart/2016/7/layout/RepeatingBendingProcessNew"/>
    <dgm:cxn modelId="{79D4F06B-4A9B-42D5-8830-8A30DBEADE3F}" type="presOf" srcId="{28AA58F3-CE9E-4810-9A16-764CA1BDBCD0}" destId="{37275708-7011-43E9-BF54-30DA840F76B2}" srcOrd="0" destOrd="0" presId="urn:microsoft.com/office/officeart/2016/7/layout/RepeatingBendingProcessNew"/>
    <dgm:cxn modelId="{2AA9024E-DB4B-4D05-8AE5-C181B1C04B69}" srcId="{0AA350D8-CDD0-436E-9207-4FDFBB830E58}" destId="{28AA58F3-CE9E-4810-9A16-764CA1BDBCD0}" srcOrd="6" destOrd="0" parTransId="{95A186B8-8457-48C2-B326-852F5EEDDAA5}" sibTransId="{EA6C0736-2855-4CF3-AA44-DD873B87A2FD}"/>
    <dgm:cxn modelId="{C199406E-D611-46E2-88B6-ECFAC379C4A3}" type="presOf" srcId="{54E88305-B440-4551-B2BC-C45CD62EA572}" destId="{37275708-7011-43E9-BF54-30DA840F76B2}" srcOrd="0" destOrd="3" presId="urn:microsoft.com/office/officeart/2016/7/layout/RepeatingBendingProcessNew"/>
    <dgm:cxn modelId="{E5D0E34E-6289-42BE-8D7D-4B971F99F839}" type="presOf" srcId="{EE26A6D3-86B0-47BD-8418-0DB2412841A5}" destId="{582FEA85-52A1-4627-9FDB-EAB150FCFE85}" srcOrd="0" destOrd="4" presId="urn:microsoft.com/office/officeart/2016/7/layout/RepeatingBendingProcessNew"/>
    <dgm:cxn modelId="{52EC074F-7143-4B36-81B9-AB80F43CC220}" type="presOf" srcId="{DF4F37A6-0C95-49A5-969C-79F551779260}" destId="{E4A136A6-F068-4281-B3BE-BCC097BF5661}" srcOrd="0" destOrd="0" presId="urn:microsoft.com/office/officeart/2016/7/layout/RepeatingBendingProcessNew"/>
    <dgm:cxn modelId="{637C0173-BE9B-4B02-ACAF-387222CC8021}" type="presOf" srcId="{EA6C0736-2855-4CF3-AA44-DD873B87A2FD}" destId="{13C5516E-3317-4BFD-9DC6-BB29A17CE65B}" srcOrd="1" destOrd="0" presId="urn:microsoft.com/office/officeart/2016/7/layout/RepeatingBendingProcessNew"/>
    <dgm:cxn modelId="{597C9B54-4E65-44C5-ABE0-93A3E9485C8E}" type="presOf" srcId="{389546C5-EA8B-44E3-93FC-A504C59465AA}" destId="{37275708-7011-43E9-BF54-30DA840F76B2}" srcOrd="0" destOrd="1" presId="urn:microsoft.com/office/officeart/2016/7/layout/RepeatingBendingProcessNew"/>
    <dgm:cxn modelId="{B62A1D56-5B78-4A53-B7C3-CD2DF3DF3044}" type="presOf" srcId="{1638B78D-2A72-4DC5-89E9-1A56521738D8}" destId="{9C27FDF0-C104-44B8-9E07-BDFAC05F0EF5}" srcOrd="1" destOrd="0" presId="urn:microsoft.com/office/officeart/2016/7/layout/RepeatingBendingProcessNew"/>
    <dgm:cxn modelId="{80A29B57-D660-43FF-9BAE-EE19B1D3D5AB}" srcId="{0AA350D8-CDD0-436E-9207-4FDFBB830E58}" destId="{DA12A434-2678-4354-81DD-FF1885AD631C}" srcOrd="9" destOrd="0" parTransId="{A3C4D354-E33B-4001-84C6-167B2463D35A}" sibTransId="{11A08D86-5051-401A-ACE3-440A5097AE9D}"/>
    <dgm:cxn modelId="{1099665A-47C8-42E1-92E4-4BE50FB332DF}" type="presOf" srcId="{F1479CFB-7E05-405F-9214-349C5AAF70F5}" destId="{582FEA85-52A1-4627-9FDB-EAB150FCFE85}" srcOrd="0" destOrd="2" presId="urn:microsoft.com/office/officeart/2016/7/layout/RepeatingBendingProcessNew"/>
    <dgm:cxn modelId="{A777A780-27F0-4D39-A284-CF3D876479DF}" srcId="{28AA58F3-CE9E-4810-9A16-764CA1BDBCD0}" destId="{54E88305-B440-4551-B2BC-C45CD62EA572}" srcOrd="2" destOrd="0" parTransId="{60BFF4D1-B2BE-4C4A-BBBE-9ECAC61F9C49}" sibTransId="{8492E724-3EC0-49E5-AE75-60F416CFC56D}"/>
    <dgm:cxn modelId="{A3EB6488-C4E4-46AE-A09E-6A7F40CA2C12}" type="presOf" srcId="{8606DC71-213B-4C80-9583-4FD5A6324318}" destId="{37275708-7011-43E9-BF54-30DA840F76B2}" srcOrd="0" destOrd="2" presId="urn:microsoft.com/office/officeart/2016/7/layout/RepeatingBendingProcessNew"/>
    <dgm:cxn modelId="{B7FAAB89-25AA-47B8-AB83-9FC4E9F9A04C}" srcId="{1956CC25-387C-4C31-ADCA-5B57FCBA44BE}" destId="{EE26A6D3-86B0-47BD-8418-0DB2412841A5}" srcOrd="3" destOrd="0" parTransId="{48985E4E-6F5D-4736-B8B3-A5E1897B8B0B}" sibTransId="{3160A8C6-6278-46B9-8A02-C9A06111F989}"/>
    <dgm:cxn modelId="{E7E89C8B-64BB-4141-AA0B-745C30B5415D}" srcId="{1956CC25-387C-4C31-ADCA-5B57FCBA44BE}" destId="{F1479CFB-7E05-405F-9214-349C5AAF70F5}" srcOrd="1" destOrd="0" parTransId="{FB04D998-C82B-460B-ABBF-9681114B61A7}" sibTransId="{0F391F76-B2D2-446D-A072-1879B8A9FB17}"/>
    <dgm:cxn modelId="{DDF05F90-4356-4B8E-B1FE-C8D97EFFEC2C}" type="presOf" srcId="{0A74EFEF-CFC8-4CEA-BD58-80C9A0C8A6F9}" destId="{C64A6870-7C06-4D42-9FD7-A6597FC36314}" srcOrd="0" destOrd="0" presId="urn:microsoft.com/office/officeart/2016/7/layout/RepeatingBendingProcessNew"/>
    <dgm:cxn modelId="{E3714092-D766-4E31-90F2-6CA5EB0B5E94}" srcId="{0AA350D8-CDD0-436E-9207-4FDFBB830E58}" destId="{BC5F51A5-C1AB-4D69-9C46-020C4E712DBC}" srcOrd="10" destOrd="0" parTransId="{537398A2-7ECC-4E99-B264-CE75C54278D1}" sibTransId="{DF4F37A6-0C95-49A5-969C-79F551779260}"/>
    <dgm:cxn modelId="{F83FB192-B7DA-422C-A365-BDD483B41703}" srcId="{1956CC25-387C-4C31-ADCA-5B57FCBA44BE}" destId="{6C6A302B-A683-4E2A-AA34-EEA57E8F469D}" srcOrd="2" destOrd="0" parTransId="{8459054E-FAFA-46CC-97C8-153842259057}" sibTransId="{BB44D718-F658-43FE-9AEF-713413805861}"/>
    <dgm:cxn modelId="{47162598-239A-453E-A8B1-400DF08CC872}" type="presOf" srcId="{94BC4223-A9FF-42D4-B0FB-739189E99F1A}" destId="{582FEA85-52A1-4627-9FDB-EAB150FCFE85}" srcOrd="0" destOrd="1" presId="urn:microsoft.com/office/officeart/2016/7/layout/RepeatingBendingProcessNew"/>
    <dgm:cxn modelId="{9351F498-23C6-43CC-874B-798ABA89338B}" type="presOf" srcId="{2424D55E-7161-4BF9-B8F4-E0A056FB96F0}" destId="{11E798A5-E2B7-459A-8F80-18AB3E7FAB65}" srcOrd="0" destOrd="0" presId="urn:microsoft.com/office/officeart/2016/7/layout/RepeatingBendingProcessNew"/>
    <dgm:cxn modelId="{586C079A-05E5-4700-98E6-78C9831AC5A1}" type="presOf" srcId="{0AA350D8-CDD0-436E-9207-4FDFBB830E58}" destId="{7D72A5BA-4A0A-4E05-8F0B-92C737984DE2}" srcOrd="0" destOrd="0" presId="urn:microsoft.com/office/officeart/2016/7/layout/RepeatingBendingProcessNew"/>
    <dgm:cxn modelId="{7DAD8F9B-D72D-4FB3-B8B2-6885C5BB2BE3}" srcId="{0AA350D8-CDD0-436E-9207-4FDFBB830E58}" destId="{9E6DB0D2-FFA3-4343-A285-51A7747A7C86}" srcOrd="3" destOrd="0" parTransId="{048B82A8-08A1-43B6-841E-2AEC0996FAAC}" sibTransId="{4D17D9B8-21BA-408C-87E8-37CED61B5F8B}"/>
    <dgm:cxn modelId="{9C8CA69D-17B2-4532-AE3C-5D094729DF32}" srcId="{28AA58F3-CE9E-4810-9A16-764CA1BDBCD0}" destId="{8606DC71-213B-4C80-9583-4FD5A6324318}" srcOrd="1" destOrd="0" parTransId="{A5EC9D23-28AD-41F1-AD4F-E397407D9D57}" sibTransId="{7DDB936E-5A60-4042-AA81-E6D310B5269C}"/>
    <dgm:cxn modelId="{96658FA2-D927-4813-82A6-2B750CB724A0}" type="presOf" srcId="{0B2DCEC2-998A-4F62-9AE0-5008087FFFF8}" destId="{6AFE4BEC-D92B-4F53-B434-CD0C835F0B43}" srcOrd="0" destOrd="0" presId="urn:microsoft.com/office/officeart/2016/7/layout/RepeatingBendingProcessNew"/>
    <dgm:cxn modelId="{163198A3-4642-486E-A82E-BDA325D8A9C5}" type="presOf" srcId="{DA12A434-2678-4354-81DD-FF1885AD631C}" destId="{20C66D75-1C3C-432A-93E4-70FB2AA0BE6A}" srcOrd="0" destOrd="0" presId="urn:microsoft.com/office/officeart/2016/7/layout/RepeatingBendingProcessNew"/>
    <dgm:cxn modelId="{033C2AA7-E149-41EA-8417-CAA98DFA3750}" type="presOf" srcId="{F8E371EA-600C-4B9D-89A4-82E93D681C9C}" destId="{B0C3357F-B6DB-46EA-8C66-CFAF43803C40}" srcOrd="0" destOrd="0" presId="urn:microsoft.com/office/officeart/2016/7/layout/RepeatingBendingProcessNew"/>
    <dgm:cxn modelId="{1C5E9AAA-CB08-461B-A705-DE43129BBC69}" type="presOf" srcId="{2424D55E-7161-4BF9-B8F4-E0A056FB96F0}" destId="{D8231292-5D2A-4F93-87DB-98D0AEB6FE75}" srcOrd="1" destOrd="0" presId="urn:microsoft.com/office/officeart/2016/7/layout/RepeatingBendingProcessNew"/>
    <dgm:cxn modelId="{AD89FBAB-F2AF-4C5F-A2E7-885AF14636F0}" srcId="{0AA350D8-CDD0-436E-9207-4FDFBB830E58}" destId="{0A74EFEF-CFC8-4CEA-BD58-80C9A0C8A6F9}" srcOrd="8" destOrd="0" parTransId="{1B743D89-D1D6-4DDB-951F-68A28889E52D}" sibTransId="{1638B78D-2A72-4DC5-89E9-1A56521738D8}"/>
    <dgm:cxn modelId="{DF7B79B0-43D4-4C33-A33E-33B64AA8B1D9}" type="presOf" srcId="{DF4F37A6-0C95-49A5-969C-79F551779260}" destId="{27B71041-4911-4B8E-A470-D7436B076E4B}" srcOrd="1" destOrd="0" presId="urn:microsoft.com/office/officeart/2016/7/layout/RepeatingBendingProcessNew"/>
    <dgm:cxn modelId="{BECDE2B2-23A7-4DAD-BB82-6501BBD992AD}" type="presOf" srcId="{F947BC04-681E-4F3A-845C-36F20BA1BFE2}" destId="{97CE0583-A1B2-4718-BB02-AE976B3C9D89}" srcOrd="0" destOrd="0" presId="urn:microsoft.com/office/officeart/2016/7/layout/RepeatingBendingProcessNew"/>
    <dgm:cxn modelId="{975868BB-69A0-418C-96BF-B19D0D1708F2}" srcId="{28AA58F3-CE9E-4810-9A16-764CA1BDBCD0}" destId="{389546C5-EA8B-44E3-93FC-A504C59465AA}" srcOrd="0" destOrd="0" parTransId="{535DEC9D-D237-4116-A58F-BEA9E93B3427}" sibTransId="{D21EA9C7-2E54-4A75-BDBF-7C10B34FBBF5}"/>
    <dgm:cxn modelId="{6E2BC6BB-5057-41E7-B23A-48F260B3CCB9}" type="presOf" srcId="{60DA60FE-C538-4D5E-B01B-B864A92CB05E}" destId="{CA3EAB05-FC2A-4059-A6BF-2169F1159DD2}" srcOrd="0" destOrd="0" presId="urn:microsoft.com/office/officeart/2016/7/layout/RepeatingBendingProcessNew"/>
    <dgm:cxn modelId="{A85EBDBF-B7DB-47C1-A5EB-1042475594C4}" srcId="{0AA350D8-CDD0-436E-9207-4FDFBB830E58}" destId="{AA669151-E4F3-4F4F-BB0A-5CE3E2AC7F22}" srcOrd="7" destOrd="0" parTransId="{F2CC57CB-BD55-4326-A949-7C30051828D1}" sibTransId="{2424D55E-7161-4BF9-B8F4-E0A056FB96F0}"/>
    <dgm:cxn modelId="{A452D1CF-4E99-428C-905D-CF1F8F9C71D6}" srcId="{0AA350D8-CDD0-436E-9207-4FDFBB830E58}" destId="{99AA9876-BA3B-4578-9D20-ABEB0E0CB8C3}" srcOrd="0" destOrd="0" parTransId="{95CF2E83-7468-4A8B-8461-C2A4ECF7B061}" sibTransId="{DE2F6397-2BEB-4E39-A6AA-9ADB1299AF67}"/>
    <dgm:cxn modelId="{2762CCD7-6EC4-4745-9052-26208C382365}" type="presOf" srcId="{11A08D86-5051-401A-ACE3-440A5097AE9D}" destId="{B1476C8D-C3EC-4BCA-9374-6BB6069A2FED}" srcOrd="0" destOrd="0" presId="urn:microsoft.com/office/officeart/2016/7/layout/RepeatingBendingProcessNew"/>
    <dgm:cxn modelId="{8EFE70D9-875C-4765-B250-AADCE726DB5D}" type="presOf" srcId="{5EF8F004-208A-4B49-B053-0307B0DE374C}" destId="{399D28A5-199F-4A46-ABAF-63D22EAC1C14}" srcOrd="0" destOrd="0" presId="urn:microsoft.com/office/officeart/2016/7/layout/RepeatingBendingProcessNew"/>
    <dgm:cxn modelId="{C120E6DB-6C57-4446-A234-DC404C2D6272}" srcId="{0AA350D8-CDD0-436E-9207-4FDFBB830E58}" destId="{F8E371EA-600C-4B9D-89A4-82E93D681C9C}" srcOrd="11" destOrd="0" parTransId="{6C3E7301-61D4-4A67-A500-A193FC40A5E2}" sibTransId="{5EF8F004-208A-4B49-B053-0307B0DE374C}"/>
    <dgm:cxn modelId="{323CF5DB-208F-4B2E-948C-08CDA8EE589F}" type="presOf" srcId="{F947BC04-681E-4F3A-845C-36F20BA1BFE2}" destId="{A786DF28-7240-45F5-9694-CAE163F940F4}" srcOrd="1" destOrd="0" presId="urn:microsoft.com/office/officeart/2016/7/layout/RepeatingBendingProcessNew"/>
    <dgm:cxn modelId="{A8580ADE-C7E4-4875-9F66-388376E39446}" type="presOf" srcId="{14B78C33-FB37-4CDA-B6AF-0CD87BCC6624}" destId="{AFC36FA4-87E9-4155-BBD4-5AB647AE0C4E}" srcOrd="0" destOrd="0" presId="urn:microsoft.com/office/officeart/2016/7/layout/RepeatingBendingProcessNew"/>
    <dgm:cxn modelId="{8DFCDDE0-FFBA-49C5-9EAE-708504E3B98A}" srcId="{1956CC25-387C-4C31-ADCA-5B57FCBA44BE}" destId="{94BC4223-A9FF-42D4-B0FB-739189E99F1A}" srcOrd="0" destOrd="0" parTransId="{7099AAAB-2419-47E5-B4CF-16E389D4D7EB}" sibTransId="{DD6FA380-CFCC-48E0-B9D6-7F1F548E3F62}"/>
    <dgm:cxn modelId="{6B0285E4-3426-41BD-8311-73AC649A9E33}" type="presOf" srcId="{9E6DB0D2-FFA3-4343-A285-51A7747A7C86}" destId="{A2492307-5C2E-4CC8-B5BE-7DA40290FE71}" srcOrd="0" destOrd="0" presId="urn:microsoft.com/office/officeart/2016/7/layout/RepeatingBendingProcessNew"/>
    <dgm:cxn modelId="{7617D0E5-1D5F-465B-BB8E-3CB675FB07C5}" type="presOf" srcId="{134C73B8-F467-4E74-8572-20705CC58AA8}" destId="{C1B3634F-5876-4904-87D3-3EA3E89CC5DB}" srcOrd="0" destOrd="0" presId="urn:microsoft.com/office/officeart/2016/7/layout/RepeatingBendingProcessNew"/>
    <dgm:cxn modelId="{FFD3E1E7-5892-41AB-8E4D-D0B798F32467}" type="presOf" srcId="{1956CC25-387C-4C31-ADCA-5B57FCBA44BE}" destId="{582FEA85-52A1-4627-9FDB-EAB150FCFE85}" srcOrd="0" destOrd="0" presId="urn:microsoft.com/office/officeart/2016/7/layout/RepeatingBendingProcessNew"/>
    <dgm:cxn modelId="{4A57EBE7-30DE-4C0A-BA9E-DEE66460A983}" type="presOf" srcId="{11A08D86-5051-401A-ACE3-440A5097AE9D}" destId="{897EAE4C-FC7A-4408-9389-C7A7B762C2D4}" srcOrd="1" destOrd="0" presId="urn:microsoft.com/office/officeart/2016/7/layout/RepeatingBendingProcessNew"/>
    <dgm:cxn modelId="{49A4C5E8-F9EC-48F0-ABB5-3FA23809678E}" type="presOf" srcId="{DE2F6397-2BEB-4E39-A6AA-9ADB1299AF67}" destId="{25D05532-1B14-4641-A487-2727B5ABF07A}" srcOrd="0" destOrd="0" presId="urn:microsoft.com/office/officeart/2016/7/layout/RepeatingBendingProcessNew"/>
    <dgm:cxn modelId="{64E5DBEC-A67A-4423-8C72-353AE139C03B}" type="presOf" srcId="{0002FDB9-5CA4-49D2-AEAD-C4B6DEC5AFD9}" destId="{7E95F895-CE54-4106-9BAF-3299DFB761FB}" srcOrd="0" destOrd="0" presId="urn:microsoft.com/office/officeart/2016/7/layout/RepeatingBendingProcessNew"/>
    <dgm:cxn modelId="{659AA2ED-4638-456B-BFC4-C7E0CBB51DE5}" type="presOf" srcId="{6C6A302B-A683-4E2A-AA34-EEA57E8F469D}" destId="{582FEA85-52A1-4627-9FDB-EAB150FCFE85}" srcOrd="0" destOrd="3" presId="urn:microsoft.com/office/officeart/2016/7/layout/RepeatingBendingProcessNew"/>
    <dgm:cxn modelId="{09995AF1-1130-48D4-B104-AE959BEB894A}" type="presOf" srcId="{63E21FAB-458F-4F8E-8F97-4FDAF89A8B59}" destId="{ECC23649-B79D-4151-9C3F-B09076B79AD2}" srcOrd="1" destOrd="0" presId="urn:microsoft.com/office/officeart/2016/7/layout/RepeatingBendingProcessNew"/>
    <dgm:cxn modelId="{5C7958FE-F4F9-4161-91E1-1643063711B8}" srcId="{0AA350D8-CDD0-436E-9207-4FDFBB830E58}" destId="{1956CC25-387C-4C31-ADCA-5B57FCBA44BE}" srcOrd="2" destOrd="0" parTransId="{FA855DFF-23BA-4EAA-979C-C1FA606AD32F}" sibTransId="{14B78C33-FB37-4CDA-B6AF-0CD87BCC6624}"/>
    <dgm:cxn modelId="{EC400F67-B9C5-41C8-B031-9281F05C5F71}" type="presParOf" srcId="{7D72A5BA-4A0A-4E05-8F0B-92C737984DE2}" destId="{710EB737-CD3F-457D-A215-E509170F83E5}" srcOrd="0" destOrd="0" presId="urn:microsoft.com/office/officeart/2016/7/layout/RepeatingBendingProcessNew"/>
    <dgm:cxn modelId="{05690306-EB27-46B5-9B97-5263E1DE03A8}" type="presParOf" srcId="{7D72A5BA-4A0A-4E05-8F0B-92C737984DE2}" destId="{25D05532-1B14-4641-A487-2727B5ABF07A}" srcOrd="1" destOrd="0" presId="urn:microsoft.com/office/officeart/2016/7/layout/RepeatingBendingProcessNew"/>
    <dgm:cxn modelId="{368C6951-2B29-4DE9-979D-6D1749AA49F7}" type="presParOf" srcId="{25D05532-1B14-4641-A487-2727B5ABF07A}" destId="{76F6C4CA-C374-492D-A9DB-29BD313CD4D9}" srcOrd="0" destOrd="0" presId="urn:microsoft.com/office/officeart/2016/7/layout/RepeatingBendingProcessNew"/>
    <dgm:cxn modelId="{D613D823-F828-4A19-91EE-95724C74FCE0}" type="presParOf" srcId="{7D72A5BA-4A0A-4E05-8F0B-92C737984DE2}" destId="{CA3EAB05-FC2A-4059-A6BF-2169F1159DD2}" srcOrd="2" destOrd="0" presId="urn:microsoft.com/office/officeart/2016/7/layout/RepeatingBendingProcessNew"/>
    <dgm:cxn modelId="{9AC4530C-0A15-4F1B-B77D-564989875FF1}" type="presParOf" srcId="{7D72A5BA-4A0A-4E05-8F0B-92C737984DE2}" destId="{97CE0583-A1B2-4718-BB02-AE976B3C9D89}" srcOrd="3" destOrd="0" presId="urn:microsoft.com/office/officeart/2016/7/layout/RepeatingBendingProcessNew"/>
    <dgm:cxn modelId="{E502763C-F501-434E-AD64-20205974705C}" type="presParOf" srcId="{97CE0583-A1B2-4718-BB02-AE976B3C9D89}" destId="{A786DF28-7240-45F5-9694-CAE163F940F4}" srcOrd="0" destOrd="0" presId="urn:microsoft.com/office/officeart/2016/7/layout/RepeatingBendingProcessNew"/>
    <dgm:cxn modelId="{6E076590-910D-4EE7-912B-DAFDEF33F027}" type="presParOf" srcId="{7D72A5BA-4A0A-4E05-8F0B-92C737984DE2}" destId="{582FEA85-52A1-4627-9FDB-EAB150FCFE85}" srcOrd="4" destOrd="0" presId="urn:microsoft.com/office/officeart/2016/7/layout/RepeatingBendingProcessNew"/>
    <dgm:cxn modelId="{08397DF3-F9E8-4116-8482-ED7C4DA161CF}" type="presParOf" srcId="{7D72A5BA-4A0A-4E05-8F0B-92C737984DE2}" destId="{AFC36FA4-87E9-4155-BBD4-5AB647AE0C4E}" srcOrd="5" destOrd="0" presId="urn:microsoft.com/office/officeart/2016/7/layout/RepeatingBendingProcessNew"/>
    <dgm:cxn modelId="{02D60C76-03E4-4CD9-9F19-1DA5E13C33A5}" type="presParOf" srcId="{AFC36FA4-87E9-4155-BBD4-5AB647AE0C4E}" destId="{F1DEBAA6-7302-4568-92C3-C313FD487F5E}" srcOrd="0" destOrd="0" presId="urn:microsoft.com/office/officeart/2016/7/layout/RepeatingBendingProcessNew"/>
    <dgm:cxn modelId="{A231D0D8-AD24-48C6-8D55-F6099365ED99}" type="presParOf" srcId="{7D72A5BA-4A0A-4E05-8F0B-92C737984DE2}" destId="{A2492307-5C2E-4CC8-B5BE-7DA40290FE71}" srcOrd="6" destOrd="0" presId="urn:microsoft.com/office/officeart/2016/7/layout/RepeatingBendingProcessNew"/>
    <dgm:cxn modelId="{3ADA42C1-B76C-45AC-A8E1-D44666CE6F94}" type="presParOf" srcId="{7D72A5BA-4A0A-4E05-8F0B-92C737984DE2}" destId="{441751FC-6337-4F52-9E99-4C6F9B86D659}" srcOrd="7" destOrd="0" presId="urn:microsoft.com/office/officeart/2016/7/layout/RepeatingBendingProcessNew"/>
    <dgm:cxn modelId="{3C52046A-26F4-4F01-B9A2-C29F8FBD0C29}" type="presParOf" srcId="{441751FC-6337-4F52-9E99-4C6F9B86D659}" destId="{9CAE2770-2C4F-4A1D-9904-D61381B2D6A0}" srcOrd="0" destOrd="0" presId="urn:microsoft.com/office/officeart/2016/7/layout/RepeatingBendingProcessNew"/>
    <dgm:cxn modelId="{BAE4354C-F638-4E44-B97E-61B5901315AB}" type="presParOf" srcId="{7D72A5BA-4A0A-4E05-8F0B-92C737984DE2}" destId="{C1B3634F-5876-4904-87D3-3EA3E89CC5DB}" srcOrd="8" destOrd="0" presId="urn:microsoft.com/office/officeart/2016/7/layout/RepeatingBendingProcessNew"/>
    <dgm:cxn modelId="{F483EEEA-0EAC-410C-9393-CE69CDA0A8E4}" type="presParOf" srcId="{7D72A5BA-4A0A-4E05-8F0B-92C737984DE2}" destId="{C9EE43EC-8CBC-47BC-B0A8-46D04940C298}" srcOrd="9" destOrd="0" presId="urn:microsoft.com/office/officeart/2016/7/layout/RepeatingBendingProcessNew"/>
    <dgm:cxn modelId="{CE8AEFE4-05C4-4A52-BEF2-02B0F46B2114}" type="presParOf" srcId="{C9EE43EC-8CBC-47BC-B0A8-46D04940C298}" destId="{ECC23649-B79D-4151-9C3F-B09076B79AD2}" srcOrd="0" destOrd="0" presId="urn:microsoft.com/office/officeart/2016/7/layout/RepeatingBendingProcessNew"/>
    <dgm:cxn modelId="{27D4B688-4459-4501-A204-AF504D6F0523}" type="presParOf" srcId="{7D72A5BA-4A0A-4E05-8F0B-92C737984DE2}" destId="{6AFE4BEC-D92B-4F53-B434-CD0C835F0B43}" srcOrd="10" destOrd="0" presId="urn:microsoft.com/office/officeart/2016/7/layout/RepeatingBendingProcessNew"/>
    <dgm:cxn modelId="{75902609-6F2D-458B-B1AB-A5561C94BBCF}" type="presParOf" srcId="{7D72A5BA-4A0A-4E05-8F0B-92C737984DE2}" destId="{7E95F895-CE54-4106-9BAF-3299DFB761FB}" srcOrd="11" destOrd="0" presId="urn:microsoft.com/office/officeart/2016/7/layout/RepeatingBendingProcessNew"/>
    <dgm:cxn modelId="{7E69F7D9-7BBB-43A9-AB2F-8655163AEC62}" type="presParOf" srcId="{7E95F895-CE54-4106-9BAF-3299DFB761FB}" destId="{9CC1D76E-4320-43D2-93BB-5DB3E85BB499}" srcOrd="0" destOrd="0" presId="urn:microsoft.com/office/officeart/2016/7/layout/RepeatingBendingProcessNew"/>
    <dgm:cxn modelId="{9D2D803B-5D80-4E27-A3A1-E86473E32541}" type="presParOf" srcId="{7D72A5BA-4A0A-4E05-8F0B-92C737984DE2}" destId="{37275708-7011-43E9-BF54-30DA840F76B2}" srcOrd="12" destOrd="0" presId="urn:microsoft.com/office/officeart/2016/7/layout/RepeatingBendingProcessNew"/>
    <dgm:cxn modelId="{139B350A-1E12-48DA-8264-507190A92126}" type="presParOf" srcId="{7D72A5BA-4A0A-4E05-8F0B-92C737984DE2}" destId="{65C98974-FEEF-4094-A5D0-BF5D2BE4A8FF}" srcOrd="13" destOrd="0" presId="urn:microsoft.com/office/officeart/2016/7/layout/RepeatingBendingProcessNew"/>
    <dgm:cxn modelId="{CE9371B4-D5F3-4B27-9C8E-2B23C6D58B5C}" type="presParOf" srcId="{65C98974-FEEF-4094-A5D0-BF5D2BE4A8FF}" destId="{13C5516E-3317-4BFD-9DC6-BB29A17CE65B}" srcOrd="0" destOrd="0" presId="urn:microsoft.com/office/officeart/2016/7/layout/RepeatingBendingProcessNew"/>
    <dgm:cxn modelId="{7E627D60-CE2B-4633-96BB-8208F150EB87}" type="presParOf" srcId="{7D72A5BA-4A0A-4E05-8F0B-92C737984DE2}" destId="{F5A01FD4-7B0A-4CD8-ACEC-2E8C2D230906}" srcOrd="14" destOrd="0" presId="urn:microsoft.com/office/officeart/2016/7/layout/RepeatingBendingProcessNew"/>
    <dgm:cxn modelId="{7928403A-C7BC-4D79-8B4B-7FDE7139A85A}" type="presParOf" srcId="{7D72A5BA-4A0A-4E05-8F0B-92C737984DE2}" destId="{11E798A5-E2B7-459A-8F80-18AB3E7FAB65}" srcOrd="15" destOrd="0" presId="urn:microsoft.com/office/officeart/2016/7/layout/RepeatingBendingProcessNew"/>
    <dgm:cxn modelId="{86CB3D1B-5FF3-45DE-B87D-41B99C8C0764}" type="presParOf" srcId="{11E798A5-E2B7-459A-8F80-18AB3E7FAB65}" destId="{D8231292-5D2A-4F93-87DB-98D0AEB6FE75}" srcOrd="0" destOrd="0" presId="urn:microsoft.com/office/officeart/2016/7/layout/RepeatingBendingProcessNew"/>
    <dgm:cxn modelId="{533E214F-A5A2-4053-86B6-C3F6805BF053}" type="presParOf" srcId="{7D72A5BA-4A0A-4E05-8F0B-92C737984DE2}" destId="{C64A6870-7C06-4D42-9FD7-A6597FC36314}" srcOrd="16" destOrd="0" presId="urn:microsoft.com/office/officeart/2016/7/layout/RepeatingBendingProcessNew"/>
    <dgm:cxn modelId="{3B1CF6B4-8824-48C0-9796-87CE87E8D2DB}" type="presParOf" srcId="{7D72A5BA-4A0A-4E05-8F0B-92C737984DE2}" destId="{D0D909AC-B6A4-4C70-8675-77E123CE3F76}" srcOrd="17" destOrd="0" presId="urn:microsoft.com/office/officeart/2016/7/layout/RepeatingBendingProcessNew"/>
    <dgm:cxn modelId="{BCA15AEA-9D0A-4FD6-A172-1658237DC494}" type="presParOf" srcId="{D0D909AC-B6A4-4C70-8675-77E123CE3F76}" destId="{9C27FDF0-C104-44B8-9E07-BDFAC05F0EF5}" srcOrd="0" destOrd="0" presId="urn:microsoft.com/office/officeart/2016/7/layout/RepeatingBendingProcessNew"/>
    <dgm:cxn modelId="{B9123DC6-BDB9-44BE-9CE8-B9D4D4F512B9}" type="presParOf" srcId="{7D72A5BA-4A0A-4E05-8F0B-92C737984DE2}" destId="{20C66D75-1C3C-432A-93E4-70FB2AA0BE6A}" srcOrd="18" destOrd="0" presId="urn:microsoft.com/office/officeart/2016/7/layout/RepeatingBendingProcessNew"/>
    <dgm:cxn modelId="{D3F9E8DD-1571-41AA-B38A-603E47A03D02}" type="presParOf" srcId="{7D72A5BA-4A0A-4E05-8F0B-92C737984DE2}" destId="{B1476C8D-C3EC-4BCA-9374-6BB6069A2FED}" srcOrd="19" destOrd="0" presId="urn:microsoft.com/office/officeart/2016/7/layout/RepeatingBendingProcessNew"/>
    <dgm:cxn modelId="{26B1DABE-A148-43F1-93E1-AD65FFCFB13D}" type="presParOf" srcId="{B1476C8D-C3EC-4BCA-9374-6BB6069A2FED}" destId="{897EAE4C-FC7A-4408-9389-C7A7B762C2D4}" srcOrd="0" destOrd="0" presId="urn:microsoft.com/office/officeart/2016/7/layout/RepeatingBendingProcessNew"/>
    <dgm:cxn modelId="{78870272-561B-4CDE-9451-75B89FB855E5}" type="presParOf" srcId="{7D72A5BA-4A0A-4E05-8F0B-92C737984DE2}" destId="{46C5B1AC-6834-450A-8AEF-FA92559CAE36}" srcOrd="20" destOrd="0" presId="urn:microsoft.com/office/officeart/2016/7/layout/RepeatingBendingProcessNew"/>
    <dgm:cxn modelId="{87D96079-FD92-4E07-8C5F-19BCE17C7D4A}" type="presParOf" srcId="{7D72A5BA-4A0A-4E05-8F0B-92C737984DE2}" destId="{E4A136A6-F068-4281-B3BE-BCC097BF5661}" srcOrd="21" destOrd="0" presId="urn:microsoft.com/office/officeart/2016/7/layout/RepeatingBendingProcessNew"/>
    <dgm:cxn modelId="{EBC3FB1F-11D0-4C5E-B4EA-24C0693F8D93}" type="presParOf" srcId="{E4A136A6-F068-4281-B3BE-BCC097BF5661}" destId="{27B71041-4911-4B8E-A470-D7436B076E4B}" srcOrd="0" destOrd="0" presId="urn:microsoft.com/office/officeart/2016/7/layout/RepeatingBendingProcessNew"/>
    <dgm:cxn modelId="{4C6F5959-EF00-4741-9E69-1B5FEF31007F}" type="presParOf" srcId="{7D72A5BA-4A0A-4E05-8F0B-92C737984DE2}" destId="{B0C3357F-B6DB-46EA-8C66-CFAF43803C40}" srcOrd="22" destOrd="0" presId="urn:microsoft.com/office/officeart/2016/7/layout/RepeatingBendingProcessNew"/>
    <dgm:cxn modelId="{BCE97739-686C-464D-88B9-3144B12045BE}" type="presParOf" srcId="{7D72A5BA-4A0A-4E05-8F0B-92C737984DE2}" destId="{399D28A5-199F-4A46-ABAF-63D22EAC1C14}" srcOrd="23" destOrd="0" presId="urn:microsoft.com/office/officeart/2016/7/layout/RepeatingBendingProcessNew"/>
    <dgm:cxn modelId="{3D50C909-8E38-43D6-B574-F4D7DE444F65}" type="presParOf" srcId="{399D28A5-199F-4A46-ABAF-63D22EAC1C14}" destId="{680F9F07-4AE4-4091-9924-E4D84B18D21A}" srcOrd="0" destOrd="0" presId="urn:microsoft.com/office/officeart/2016/7/layout/RepeatingBendingProcessNew"/>
    <dgm:cxn modelId="{69DB15E2-E79D-4D4B-8A0B-AC8565772DAE}" type="presParOf" srcId="{7D72A5BA-4A0A-4E05-8F0B-92C737984DE2}" destId="{CE4458B4-5566-4283-99E8-8F8B789DBE94}" srcOrd="2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B8BEA5C-A5D8-4B1B-B9FE-B930682C3B2A}" type="doc">
      <dgm:prSet loTypeId="urn:microsoft.com/office/officeart/2018/5/layout/IconCircleLabelList" loCatId="icon" qsTypeId="urn:microsoft.com/office/officeart/2005/8/quickstyle/simple1#29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A036895-0C32-4BA5-A777-A0215DE892B1}">
      <dgm:prSet/>
      <dgm:spPr/>
      <dgm:t>
        <a:bodyPr/>
        <a:lstStyle/>
        <a:p>
          <a:pPr>
            <a:defRPr cap="all"/>
          </a:pPr>
          <a:r>
            <a:rPr lang="en-IN"/>
            <a:t>Simple and easy-to-use course registration process.</a:t>
          </a:r>
          <a:endParaRPr lang="en-US"/>
        </a:p>
      </dgm:t>
    </dgm:pt>
    <dgm:pt modelId="{587C99A3-7A62-46DE-8E7B-50D8294DC156}" type="parTrans" cxnId="{F5BDAC6E-EFB7-4195-90C8-CE119468331A}">
      <dgm:prSet/>
      <dgm:spPr/>
      <dgm:t>
        <a:bodyPr/>
        <a:lstStyle/>
        <a:p>
          <a:endParaRPr lang="en-US"/>
        </a:p>
      </dgm:t>
    </dgm:pt>
    <dgm:pt modelId="{2BDD5899-BF67-46D1-8C01-1D4F4B055B8C}" type="sibTrans" cxnId="{F5BDAC6E-EFB7-4195-90C8-CE119468331A}">
      <dgm:prSet/>
      <dgm:spPr/>
      <dgm:t>
        <a:bodyPr/>
        <a:lstStyle/>
        <a:p>
          <a:endParaRPr lang="en-US"/>
        </a:p>
      </dgm:t>
    </dgm:pt>
    <dgm:pt modelId="{82F188C2-7588-4F70-BEA5-52F66FB6F389}">
      <dgm:prSet/>
      <dgm:spPr/>
      <dgm:t>
        <a:bodyPr/>
        <a:lstStyle/>
        <a:p>
          <a:pPr>
            <a:defRPr cap="all"/>
          </a:pPr>
          <a:r>
            <a:rPr lang="en-IN"/>
            <a:t>Reduces manual effort.</a:t>
          </a:r>
          <a:endParaRPr lang="en-US"/>
        </a:p>
      </dgm:t>
    </dgm:pt>
    <dgm:pt modelId="{56B39635-64E3-4A1C-AF85-7D2751212E30}" type="parTrans" cxnId="{F3B6E1EB-009B-4B6D-B851-36BEBBA49238}">
      <dgm:prSet/>
      <dgm:spPr/>
      <dgm:t>
        <a:bodyPr/>
        <a:lstStyle/>
        <a:p>
          <a:endParaRPr lang="en-US"/>
        </a:p>
      </dgm:t>
    </dgm:pt>
    <dgm:pt modelId="{FAB50C04-F25D-4964-8961-F73FD989611A}" type="sibTrans" cxnId="{F3B6E1EB-009B-4B6D-B851-36BEBBA49238}">
      <dgm:prSet/>
      <dgm:spPr/>
      <dgm:t>
        <a:bodyPr/>
        <a:lstStyle/>
        <a:p>
          <a:endParaRPr lang="en-US"/>
        </a:p>
      </dgm:t>
    </dgm:pt>
    <dgm:pt modelId="{476F09FA-4C74-4073-A0D2-BC6F722A9B4D}">
      <dgm:prSet/>
      <dgm:spPr/>
      <dgm:t>
        <a:bodyPr/>
        <a:lstStyle/>
        <a:p>
          <a:pPr>
            <a:defRPr cap="all"/>
          </a:pPr>
          <a:r>
            <a:rPr lang="en-IN"/>
            <a:t>Organizes course information systematically.</a:t>
          </a:r>
          <a:endParaRPr lang="en-US"/>
        </a:p>
      </dgm:t>
    </dgm:pt>
    <dgm:pt modelId="{6030DCB6-8E01-472F-8409-B63CD1088238}" type="parTrans" cxnId="{883AC735-B62C-4497-BE15-2388793BF7E8}">
      <dgm:prSet/>
      <dgm:spPr/>
      <dgm:t>
        <a:bodyPr/>
        <a:lstStyle/>
        <a:p>
          <a:endParaRPr lang="en-US"/>
        </a:p>
      </dgm:t>
    </dgm:pt>
    <dgm:pt modelId="{D3EE5AEC-F8B8-4503-BD6D-56F23D1BBDCE}" type="sibTrans" cxnId="{883AC735-B62C-4497-BE15-2388793BF7E8}">
      <dgm:prSet/>
      <dgm:spPr/>
      <dgm:t>
        <a:bodyPr/>
        <a:lstStyle/>
        <a:p>
          <a:endParaRPr lang="en-US"/>
        </a:p>
      </dgm:t>
    </dgm:pt>
    <dgm:pt modelId="{8AA73608-18AF-4E2D-ADC0-2D9661A7C05A}">
      <dgm:prSet/>
      <dgm:spPr/>
      <dgm:t>
        <a:bodyPr/>
        <a:lstStyle/>
        <a:p>
          <a:pPr>
            <a:defRPr cap="all"/>
          </a:pPr>
          <a:r>
            <a:rPr lang="en-IN"/>
            <a:t>Helps identify timetable conflicts.</a:t>
          </a:r>
          <a:endParaRPr lang="en-US"/>
        </a:p>
      </dgm:t>
    </dgm:pt>
    <dgm:pt modelId="{4B33453E-0F44-4CB0-92BE-8C43F2527CAD}" type="parTrans" cxnId="{B7F99F9B-AAA0-4A5F-8B4A-ADB85C42B3F2}">
      <dgm:prSet/>
      <dgm:spPr/>
      <dgm:t>
        <a:bodyPr/>
        <a:lstStyle/>
        <a:p>
          <a:endParaRPr lang="en-US"/>
        </a:p>
      </dgm:t>
    </dgm:pt>
    <dgm:pt modelId="{2289498E-0E85-4093-8C1C-0E1C440658D4}" type="sibTrans" cxnId="{B7F99F9B-AAA0-4A5F-8B4A-ADB85C42B3F2}">
      <dgm:prSet/>
      <dgm:spPr/>
      <dgm:t>
        <a:bodyPr/>
        <a:lstStyle/>
        <a:p>
          <a:endParaRPr lang="en-US"/>
        </a:p>
      </dgm:t>
    </dgm:pt>
    <dgm:pt modelId="{815BE05A-F102-47AE-8BEE-6E406D434798}">
      <dgm:prSet/>
      <dgm:spPr/>
      <dgm:t>
        <a:bodyPr/>
        <a:lstStyle/>
        <a:p>
          <a:pPr>
            <a:defRPr cap="all"/>
          </a:pPr>
          <a:r>
            <a:rPr lang="en-IN"/>
            <a:t>Provides quick access to registered course details.</a:t>
          </a:r>
          <a:endParaRPr lang="en-US"/>
        </a:p>
      </dgm:t>
    </dgm:pt>
    <dgm:pt modelId="{6FC3CB74-ACF9-4F5E-8E9F-5B11D6CF3D23}" type="parTrans" cxnId="{6B7990AA-B6AC-4BC6-A408-B96E73E88D6A}">
      <dgm:prSet/>
      <dgm:spPr/>
      <dgm:t>
        <a:bodyPr/>
        <a:lstStyle/>
        <a:p>
          <a:endParaRPr lang="en-US"/>
        </a:p>
      </dgm:t>
    </dgm:pt>
    <dgm:pt modelId="{A6751CB9-775F-4D61-869C-70BC5045835E}" type="sibTrans" cxnId="{6B7990AA-B6AC-4BC6-A408-B96E73E88D6A}">
      <dgm:prSet/>
      <dgm:spPr/>
      <dgm:t>
        <a:bodyPr/>
        <a:lstStyle/>
        <a:p>
          <a:endParaRPr lang="en-US"/>
        </a:p>
      </dgm:t>
    </dgm:pt>
    <dgm:pt modelId="{3791AC40-9A87-459B-831E-42D31CC94599}">
      <dgm:prSet/>
      <dgm:spPr/>
      <dgm:t>
        <a:bodyPr/>
        <a:lstStyle/>
        <a:p>
          <a:pPr>
            <a:defRPr cap="all"/>
          </a:pPr>
          <a:r>
            <a:rPr lang="en-IN"/>
            <a:t>Demonstrates practical use of Java programming.</a:t>
          </a:r>
          <a:endParaRPr lang="en-US"/>
        </a:p>
      </dgm:t>
    </dgm:pt>
    <dgm:pt modelId="{B7008224-2828-481B-9FE6-B0CAC9549A2B}" type="parTrans" cxnId="{FF2E331D-51D4-44F4-A7BF-C9BF9B131FCA}">
      <dgm:prSet/>
      <dgm:spPr/>
      <dgm:t>
        <a:bodyPr/>
        <a:lstStyle/>
        <a:p>
          <a:endParaRPr lang="en-US"/>
        </a:p>
      </dgm:t>
    </dgm:pt>
    <dgm:pt modelId="{B62481FA-0C75-4F96-9935-A42EB05B67C0}" type="sibTrans" cxnId="{FF2E331D-51D4-44F4-A7BF-C9BF9B131FCA}">
      <dgm:prSet/>
      <dgm:spPr/>
      <dgm:t>
        <a:bodyPr/>
        <a:lstStyle/>
        <a:p>
          <a:endParaRPr lang="en-US"/>
        </a:p>
      </dgm:t>
    </dgm:pt>
    <dgm:pt modelId="{3B9228DB-3B97-4B9E-941D-03DDE58C483B}">
      <dgm:prSet/>
      <dgm:spPr/>
      <dgm:t>
        <a:bodyPr/>
        <a:lstStyle/>
        <a:p>
          <a:pPr>
            <a:defRPr cap="all"/>
          </a:pPr>
          <a:r>
            <a:rPr lang="en-IN"/>
            <a:t>Can be modified and extended according to college requirements.</a:t>
          </a:r>
          <a:endParaRPr lang="en-US"/>
        </a:p>
      </dgm:t>
    </dgm:pt>
    <dgm:pt modelId="{E42F166E-C55F-4A69-824C-41D0AC485DEF}" type="parTrans" cxnId="{42350DBF-539D-4856-B115-F11554E6B908}">
      <dgm:prSet/>
      <dgm:spPr/>
      <dgm:t>
        <a:bodyPr/>
        <a:lstStyle/>
        <a:p>
          <a:endParaRPr lang="en-US"/>
        </a:p>
      </dgm:t>
    </dgm:pt>
    <dgm:pt modelId="{272BDCF1-8F4E-4AE1-BD5C-EA12B09EB6E4}" type="sibTrans" cxnId="{42350DBF-539D-4856-B115-F11554E6B908}">
      <dgm:prSet/>
      <dgm:spPr/>
      <dgm:t>
        <a:bodyPr/>
        <a:lstStyle/>
        <a:p>
          <a:endParaRPr lang="en-US"/>
        </a:p>
      </dgm:t>
    </dgm:pt>
    <dgm:pt modelId="{25503E12-D889-4D8F-AA78-5C59D72062C2}" type="pres">
      <dgm:prSet presAssocID="{0B8BEA5C-A5D8-4B1B-B9FE-B930682C3B2A}" presName="root" presStyleCnt="0">
        <dgm:presLayoutVars>
          <dgm:dir/>
          <dgm:resizeHandles val="exact"/>
        </dgm:presLayoutVars>
      </dgm:prSet>
      <dgm:spPr/>
    </dgm:pt>
    <dgm:pt modelId="{46865888-454C-4741-B45F-88197C95E8DA}" type="pres">
      <dgm:prSet presAssocID="{DA036895-0C32-4BA5-A777-A0215DE892B1}" presName="compNode" presStyleCnt="0"/>
      <dgm:spPr/>
    </dgm:pt>
    <dgm:pt modelId="{BDBC6A43-FADB-48BF-873C-AC7F38F55E92}" type="pres">
      <dgm:prSet presAssocID="{DA036895-0C32-4BA5-A777-A0215DE892B1}" presName="iconBgRect" presStyleLbl="bgShp" presStyleIdx="0" presStyleCnt="7"/>
      <dgm:spPr/>
    </dgm:pt>
    <dgm:pt modelId="{340AFB40-487E-4B94-AEF2-D66863202172}" type="pres">
      <dgm:prSet presAssocID="{DA036895-0C32-4BA5-A777-A0215DE892B1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571B5E89-A271-4A11-A05C-2B3CF7A6F759}" type="pres">
      <dgm:prSet presAssocID="{DA036895-0C32-4BA5-A777-A0215DE892B1}" presName="spaceRect" presStyleCnt="0"/>
      <dgm:spPr/>
    </dgm:pt>
    <dgm:pt modelId="{9FC18E1E-F234-44AE-8A56-182045504F20}" type="pres">
      <dgm:prSet presAssocID="{DA036895-0C32-4BA5-A777-A0215DE892B1}" presName="textRect" presStyleLbl="revTx" presStyleIdx="0" presStyleCnt="7">
        <dgm:presLayoutVars>
          <dgm:chMax val="1"/>
          <dgm:chPref val="1"/>
        </dgm:presLayoutVars>
      </dgm:prSet>
      <dgm:spPr/>
    </dgm:pt>
    <dgm:pt modelId="{72350F81-B01C-426F-B9F7-7A0A72AF2222}" type="pres">
      <dgm:prSet presAssocID="{2BDD5899-BF67-46D1-8C01-1D4F4B055B8C}" presName="sibTrans" presStyleCnt="0"/>
      <dgm:spPr/>
    </dgm:pt>
    <dgm:pt modelId="{B227FEED-955A-4CC2-BC4C-677C588C0993}" type="pres">
      <dgm:prSet presAssocID="{82F188C2-7588-4F70-BEA5-52F66FB6F389}" presName="compNode" presStyleCnt="0"/>
      <dgm:spPr/>
    </dgm:pt>
    <dgm:pt modelId="{40A7AF68-A618-49C0-9452-5BB402F119F1}" type="pres">
      <dgm:prSet presAssocID="{82F188C2-7588-4F70-BEA5-52F66FB6F389}" presName="iconBgRect" presStyleLbl="bgShp" presStyleIdx="1" presStyleCnt="7"/>
      <dgm:spPr/>
    </dgm:pt>
    <dgm:pt modelId="{8ED3216C-AA21-4C71-AF0D-85DBDBA2393D}" type="pres">
      <dgm:prSet presAssocID="{82F188C2-7588-4F70-BEA5-52F66FB6F389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42033375-DFEA-44CD-AC9C-227880D03596}" type="pres">
      <dgm:prSet presAssocID="{82F188C2-7588-4F70-BEA5-52F66FB6F389}" presName="spaceRect" presStyleCnt="0"/>
      <dgm:spPr/>
    </dgm:pt>
    <dgm:pt modelId="{BCD2C330-7806-49A3-8F2B-757770D19AFE}" type="pres">
      <dgm:prSet presAssocID="{82F188C2-7588-4F70-BEA5-52F66FB6F389}" presName="textRect" presStyleLbl="revTx" presStyleIdx="1" presStyleCnt="7">
        <dgm:presLayoutVars>
          <dgm:chMax val="1"/>
          <dgm:chPref val="1"/>
        </dgm:presLayoutVars>
      </dgm:prSet>
      <dgm:spPr/>
    </dgm:pt>
    <dgm:pt modelId="{7D5AC276-C02D-45EA-AA6A-09AF50023B83}" type="pres">
      <dgm:prSet presAssocID="{FAB50C04-F25D-4964-8961-F73FD989611A}" presName="sibTrans" presStyleCnt="0"/>
      <dgm:spPr/>
    </dgm:pt>
    <dgm:pt modelId="{309C1513-F7AC-48B6-90BB-62DE9F185E36}" type="pres">
      <dgm:prSet presAssocID="{476F09FA-4C74-4073-A0D2-BC6F722A9B4D}" presName="compNode" presStyleCnt="0"/>
      <dgm:spPr/>
    </dgm:pt>
    <dgm:pt modelId="{626F7DB6-7B81-4D62-983B-41DA0AE70739}" type="pres">
      <dgm:prSet presAssocID="{476F09FA-4C74-4073-A0D2-BC6F722A9B4D}" presName="iconBgRect" presStyleLbl="bgShp" presStyleIdx="2" presStyleCnt="7"/>
      <dgm:spPr/>
    </dgm:pt>
    <dgm:pt modelId="{6D0479F0-938E-42A8-A4D4-A22997FA8489}" type="pres">
      <dgm:prSet presAssocID="{476F09FA-4C74-4073-A0D2-BC6F722A9B4D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4F7A5FC7-B4C0-4E43-95D8-EFF417AA1DF3}" type="pres">
      <dgm:prSet presAssocID="{476F09FA-4C74-4073-A0D2-BC6F722A9B4D}" presName="spaceRect" presStyleCnt="0"/>
      <dgm:spPr/>
    </dgm:pt>
    <dgm:pt modelId="{A9B3A219-4BC5-4A2A-954F-729A47C292D8}" type="pres">
      <dgm:prSet presAssocID="{476F09FA-4C74-4073-A0D2-BC6F722A9B4D}" presName="textRect" presStyleLbl="revTx" presStyleIdx="2" presStyleCnt="7">
        <dgm:presLayoutVars>
          <dgm:chMax val="1"/>
          <dgm:chPref val="1"/>
        </dgm:presLayoutVars>
      </dgm:prSet>
      <dgm:spPr/>
    </dgm:pt>
    <dgm:pt modelId="{6CD9D17B-2851-48BC-987D-F2C9D3A60667}" type="pres">
      <dgm:prSet presAssocID="{D3EE5AEC-F8B8-4503-BD6D-56F23D1BBDCE}" presName="sibTrans" presStyleCnt="0"/>
      <dgm:spPr/>
    </dgm:pt>
    <dgm:pt modelId="{F73BE268-58B4-4278-BC50-4F1B5604126F}" type="pres">
      <dgm:prSet presAssocID="{8AA73608-18AF-4E2D-ADC0-2D9661A7C05A}" presName="compNode" presStyleCnt="0"/>
      <dgm:spPr/>
    </dgm:pt>
    <dgm:pt modelId="{1E008FF0-C90A-4388-BF28-6C1068A52311}" type="pres">
      <dgm:prSet presAssocID="{8AA73608-18AF-4E2D-ADC0-2D9661A7C05A}" presName="iconBgRect" presStyleLbl="bgShp" presStyleIdx="3" presStyleCnt="7"/>
      <dgm:spPr/>
    </dgm:pt>
    <dgm:pt modelId="{98121B19-4B87-4CA2-A7FE-E3958EB0C3DE}" type="pres">
      <dgm:prSet presAssocID="{8AA73608-18AF-4E2D-ADC0-2D9661A7C05A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E58944D6-BE17-47BE-9B1C-A7FE75CFE691}" type="pres">
      <dgm:prSet presAssocID="{8AA73608-18AF-4E2D-ADC0-2D9661A7C05A}" presName="spaceRect" presStyleCnt="0"/>
      <dgm:spPr/>
    </dgm:pt>
    <dgm:pt modelId="{6C506B17-1BAA-4585-A4A4-56428C638212}" type="pres">
      <dgm:prSet presAssocID="{8AA73608-18AF-4E2D-ADC0-2D9661A7C05A}" presName="textRect" presStyleLbl="revTx" presStyleIdx="3" presStyleCnt="7">
        <dgm:presLayoutVars>
          <dgm:chMax val="1"/>
          <dgm:chPref val="1"/>
        </dgm:presLayoutVars>
      </dgm:prSet>
      <dgm:spPr/>
    </dgm:pt>
    <dgm:pt modelId="{391938D2-A77D-4A2E-BA4D-C916911FC18D}" type="pres">
      <dgm:prSet presAssocID="{2289498E-0E85-4093-8C1C-0E1C440658D4}" presName="sibTrans" presStyleCnt="0"/>
      <dgm:spPr/>
    </dgm:pt>
    <dgm:pt modelId="{DD30AE6C-F761-4E8B-8B7E-DA039060292D}" type="pres">
      <dgm:prSet presAssocID="{815BE05A-F102-47AE-8BEE-6E406D434798}" presName="compNode" presStyleCnt="0"/>
      <dgm:spPr/>
    </dgm:pt>
    <dgm:pt modelId="{9CCA90B5-A305-4848-BF3B-6D8107538448}" type="pres">
      <dgm:prSet presAssocID="{815BE05A-F102-47AE-8BEE-6E406D434798}" presName="iconBgRect" presStyleLbl="bgShp" presStyleIdx="4" presStyleCnt="7"/>
      <dgm:spPr/>
    </dgm:pt>
    <dgm:pt modelId="{A658341A-CEAB-48E7-98C3-AD4864DDAE07}" type="pres">
      <dgm:prSet presAssocID="{815BE05A-F102-47AE-8BEE-6E406D434798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495E5A54-1405-4895-AD18-264B61EAE11F}" type="pres">
      <dgm:prSet presAssocID="{815BE05A-F102-47AE-8BEE-6E406D434798}" presName="spaceRect" presStyleCnt="0"/>
      <dgm:spPr/>
    </dgm:pt>
    <dgm:pt modelId="{8CA4F107-2441-49FB-88DF-8AE0A1FDCE23}" type="pres">
      <dgm:prSet presAssocID="{815BE05A-F102-47AE-8BEE-6E406D434798}" presName="textRect" presStyleLbl="revTx" presStyleIdx="4" presStyleCnt="7">
        <dgm:presLayoutVars>
          <dgm:chMax val="1"/>
          <dgm:chPref val="1"/>
        </dgm:presLayoutVars>
      </dgm:prSet>
      <dgm:spPr/>
    </dgm:pt>
    <dgm:pt modelId="{F3513313-274D-4FC9-A108-289516A51C7F}" type="pres">
      <dgm:prSet presAssocID="{A6751CB9-775F-4D61-869C-70BC5045835E}" presName="sibTrans" presStyleCnt="0"/>
      <dgm:spPr/>
    </dgm:pt>
    <dgm:pt modelId="{D47A1CBA-ADC6-45CB-BBAE-7313587CDF98}" type="pres">
      <dgm:prSet presAssocID="{3791AC40-9A87-459B-831E-42D31CC94599}" presName="compNode" presStyleCnt="0"/>
      <dgm:spPr/>
    </dgm:pt>
    <dgm:pt modelId="{3AC14AE3-39A1-4A0F-B8E1-613F31D4EE8E}" type="pres">
      <dgm:prSet presAssocID="{3791AC40-9A87-459B-831E-42D31CC94599}" presName="iconBgRect" presStyleLbl="bgShp" presStyleIdx="5" presStyleCnt="7"/>
      <dgm:spPr/>
    </dgm:pt>
    <dgm:pt modelId="{0FF08963-C711-43A8-9010-7D2E58277E7A}" type="pres">
      <dgm:prSet presAssocID="{3791AC40-9A87-459B-831E-42D31CC94599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CF8FEE7-7496-4DF8-86F5-C033F7A4D12E}" type="pres">
      <dgm:prSet presAssocID="{3791AC40-9A87-459B-831E-42D31CC94599}" presName="spaceRect" presStyleCnt="0"/>
      <dgm:spPr/>
    </dgm:pt>
    <dgm:pt modelId="{16DEAB92-018A-4429-9642-D8A91C95BB43}" type="pres">
      <dgm:prSet presAssocID="{3791AC40-9A87-459B-831E-42D31CC94599}" presName="textRect" presStyleLbl="revTx" presStyleIdx="5" presStyleCnt="7">
        <dgm:presLayoutVars>
          <dgm:chMax val="1"/>
          <dgm:chPref val="1"/>
        </dgm:presLayoutVars>
      </dgm:prSet>
      <dgm:spPr/>
    </dgm:pt>
    <dgm:pt modelId="{8F6D7436-5200-4D86-A707-17CFADE5E0D9}" type="pres">
      <dgm:prSet presAssocID="{B62481FA-0C75-4F96-9935-A42EB05B67C0}" presName="sibTrans" presStyleCnt="0"/>
      <dgm:spPr/>
    </dgm:pt>
    <dgm:pt modelId="{4638D392-F408-4433-8092-AA44B8B7D0F0}" type="pres">
      <dgm:prSet presAssocID="{3B9228DB-3B97-4B9E-941D-03DDE58C483B}" presName="compNode" presStyleCnt="0"/>
      <dgm:spPr/>
    </dgm:pt>
    <dgm:pt modelId="{C0CF6D64-AD0B-44BD-B028-154C2DE8C18B}" type="pres">
      <dgm:prSet presAssocID="{3B9228DB-3B97-4B9E-941D-03DDE58C483B}" presName="iconBgRect" presStyleLbl="bgShp" presStyleIdx="6" presStyleCnt="7"/>
      <dgm:spPr/>
    </dgm:pt>
    <dgm:pt modelId="{508E1C4E-DDD5-404F-8BB4-D3F17A1C3988}" type="pres">
      <dgm:prSet presAssocID="{3B9228DB-3B97-4B9E-941D-03DDE58C483B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21DCCB37-D2F6-45AF-BCB3-255147A25AB2}" type="pres">
      <dgm:prSet presAssocID="{3B9228DB-3B97-4B9E-941D-03DDE58C483B}" presName="spaceRect" presStyleCnt="0"/>
      <dgm:spPr/>
    </dgm:pt>
    <dgm:pt modelId="{C5CBBB04-4BDF-4EA9-82B4-9D72BC271CD2}" type="pres">
      <dgm:prSet presAssocID="{3B9228DB-3B97-4B9E-941D-03DDE58C483B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59C79A1C-6B0D-4B21-A04C-4C1A14690067}" type="presOf" srcId="{82F188C2-7588-4F70-BEA5-52F66FB6F389}" destId="{BCD2C330-7806-49A3-8F2B-757770D19AFE}" srcOrd="0" destOrd="0" presId="urn:microsoft.com/office/officeart/2018/5/layout/IconCircleLabelList"/>
    <dgm:cxn modelId="{FF2E331D-51D4-44F4-A7BF-C9BF9B131FCA}" srcId="{0B8BEA5C-A5D8-4B1B-B9FE-B930682C3B2A}" destId="{3791AC40-9A87-459B-831E-42D31CC94599}" srcOrd="5" destOrd="0" parTransId="{B7008224-2828-481B-9FE6-B0CAC9549A2B}" sibTransId="{B62481FA-0C75-4F96-9935-A42EB05B67C0}"/>
    <dgm:cxn modelId="{4C8DA230-CF4E-4983-BA23-2F78BFEEFFCB}" type="presOf" srcId="{476F09FA-4C74-4073-A0D2-BC6F722A9B4D}" destId="{A9B3A219-4BC5-4A2A-954F-729A47C292D8}" srcOrd="0" destOrd="0" presId="urn:microsoft.com/office/officeart/2018/5/layout/IconCircleLabelList"/>
    <dgm:cxn modelId="{883AC735-B62C-4497-BE15-2388793BF7E8}" srcId="{0B8BEA5C-A5D8-4B1B-B9FE-B930682C3B2A}" destId="{476F09FA-4C74-4073-A0D2-BC6F722A9B4D}" srcOrd="2" destOrd="0" parTransId="{6030DCB6-8E01-472F-8409-B63CD1088238}" sibTransId="{D3EE5AEC-F8B8-4503-BD6D-56F23D1BBDCE}"/>
    <dgm:cxn modelId="{F5BDAC6E-EFB7-4195-90C8-CE119468331A}" srcId="{0B8BEA5C-A5D8-4B1B-B9FE-B930682C3B2A}" destId="{DA036895-0C32-4BA5-A777-A0215DE892B1}" srcOrd="0" destOrd="0" parTransId="{587C99A3-7A62-46DE-8E7B-50D8294DC156}" sibTransId="{2BDD5899-BF67-46D1-8C01-1D4F4B055B8C}"/>
    <dgm:cxn modelId="{23724153-C661-4D98-9E33-CAB33F4AD3BB}" type="presOf" srcId="{DA036895-0C32-4BA5-A777-A0215DE892B1}" destId="{9FC18E1E-F234-44AE-8A56-182045504F20}" srcOrd="0" destOrd="0" presId="urn:microsoft.com/office/officeart/2018/5/layout/IconCircleLabelList"/>
    <dgm:cxn modelId="{3848A755-6481-412C-89CE-8B77D5DF70DB}" type="presOf" srcId="{0B8BEA5C-A5D8-4B1B-B9FE-B930682C3B2A}" destId="{25503E12-D889-4D8F-AA78-5C59D72062C2}" srcOrd="0" destOrd="0" presId="urn:microsoft.com/office/officeart/2018/5/layout/IconCircleLabelList"/>
    <dgm:cxn modelId="{5E11E284-B322-4C5E-A73B-1F2AF0741D34}" type="presOf" srcId="{3B9228DB-3B97-4B9E-941D-03DDE58C483B}" destId="{C5CBBB04-4BDF-4EA9-82B4-9D72BC271CD2}" srcOrd="0" destOrd="0" presId="urn:microsoft.com/office/officeart/2018/5/layout/IconCircleLabelList"/>
    <dgm:cxn modelId="{B7F99F9B-AAA0-4A5F-8B4A-ADB85C42B3F2}" srcId="{0B8BEA5C-A5D8-4B1B-B9FE-B930682C3B2A}" destId="{8AA73608-18AF-4E2D-ADC0-2D9661A7C05A}" srcOrd="3" destOrd="0" parTransId="{4B33453E-0F44-4CB0-92BE-8C43F2527CAD}" sibTransId="{2289498E-0E85-4093-8C1C-0E1C440658D4}"/>
    <dgm:cxn modelId="{6B7990AA-B6AC-4BC6-A408-B96E73E88D6A}" srcId="{0B8BEA5C-A5D8-4B1B-B9FE-B930682C3B2A}" destId="{815BE05A-F102-47AE-8BEE-6E406D434798}" srcOrd="4" destOrd="0" parTransId="{6FC3CB74-ACF9-4F5E-8E9F-5B11D6CF3D23}" sibTransId="{A6751CB9-775F-4D61-869C-70BC5045835E}"/>
    <dgm:cxn modelId="{42350DBF-539D-4856-B115-F11554E6B908}" srcId="{0B8BEA5C-A5D8-4B1B-B9FE-B930682C3B2A}" destId="{3B9228DB-3B97-4B9E-941D-03DDE58C483B}" srcOrd="6" destOrd="0" parTransId="{E42F166E-C55F-4A69-824C-41D0AC485DEF}" sibTransId="{272BDCF1-8F4E-4AE1-BD5C-EA12B09EB6E4}"/>
    <dgm:cxn modelId="{4E556BC5-55E4-4DB1-983D-9D2312707321}" type="presOf" srcId="{8AA73608-18AF-4E2D-ADC0-2D9661A7C05A}" destId="{6C506B17-1BAA-4585-A4A4-56428C638212}" srcOrd="0" destOrd="0" presId="urn:microsoft.com/office/officeart/2018/5/layout/IconCircleLabelList"/>
    <dgm:cxn modelId="{090C14E2-4DC8-4DA8-9128-1382B19F9053}" type="presOf" srcId="{815BE05A-F102-47AE-8BEE-6E406D434798}" destId="{8CA4F107-2441-49FB-88DF-8AE0A1FDCE23}" srcOrd="0" destOrd="0" presId="urn:microsoft.com/office/officeart/2018/5/layout/IconCircleLabelList"/>
    <dgm:cxn modelId="{180914EB-7FF0-48EA-8C30-BB0C0238A724}" type="presOf" srcId="{3791AC40-9A87-459B-831E-42D31CC94599}" destId="{16DEAB92-018A-4429-9642-D8A91C95BB43}" srcOrd="0" destOrd="0" presId="urn:microsoft.com/office/officeart/2018/5/layout/IconCircleLabelList"/>
    <dgm:cxn modelId="{F3B6E1EB-009B-4B6D-B851-36BEBBA49238}" srcId="{0B8BEA5C-A5D8-4B1B-B9FE-B930682C3B2A}" destId="{82F188C2-7588-4F70-BEA5-52F66FB6F389}" srcOrd="1" destOrd="0" parTransId="{56B39635-64E3-4A1C-AF85-7D2751212E30}" sibTransId="{FAB50C04-F25D-4964-8961-F73FD989611A}"/>
    <dgm:cxn modelId="{B4673E4B-FD55-4FA1-B445-1D5E7D42180B}" type="presParOf" srcId="{25503E12-D889-4D8F-AA78-5C59D72062C2}" destId="{46865888-454C-4741-B45F-88197C95E8DA}" srcOrd="0" destOrd="0" presId="urn:microsoft.com/office/officeart/2018/5/layout/IconCircleLabelList"/>
    <dgm:cxn modelId="{442D099A-1921-4359-94C5-CE2D224AFB9F}" type="presParOf" srcId="{46865888-454C-4741-B45F-88197C95E8DA}" destId="{BDBC6A43-FADB-48BF-873C-AC7F38F55E92}" srcOrd="0" destOrd="0" presId="urn:microsoft.com/office/officeart/2018/5/layout/IconCircleLabelList"/>
    <dgm:cxn modelId="{EB4C56B6-B13A-414E-A762-D0FC524C320C}" type="presParOf" srcId="{46865888-454C-4741-B45F-88197C95E8DA}" destId="{340AFB40-487E-4B94-AEF2-D66863202172}" srcOrd="1" destOrd="0" presId="urn:microsoft.com/office/officeart/2018/5/layout/IconCircleLabelList"/>
    <dgm:cxn modelId="{40336D78-FF3B-48B8-B9F0-6DC36C1505A9}" type="presParOf" srcId="{46865888-454C-4741-B45F-88197C95E8DA}" destId="{571B5E89-A271-4A11-A05C-2B3CF7A6F759}" srcOrd="2" destOrd="0" presId="urn:microsoft.com/office/officeart/2018/5/layout/IconCircleLabelList"/>
    <dgm:cxn modelId="{BA72D8F7-784F-4B14-A579-D4E1371A9C87}" type="presParOf" srcId="{46865888-454C-4741-B45F-88197C95E8DA}" destId="{9FC18E1E-F234-44AE-8A56-182045504F20}" srcOrd="3" destOrd="0" presId="urn:microsoft.com/office/officeart/2018/5/layout/IconCircleLabelList"/>
    <dgm:cxn modelId="{0DCD8590-5409-4870-AECE-6FB898301DB9}" type="presParOf" srcId="{25503E12-D889-4D8F-AA78-5C59D72062C2}" destId="{72350F81-B01C-426F-B9F7-7A0A72AF2222}" srcOrd="1" destOrd="0" presId="urn:microsoft.com/office/officeart/2018/5/layout/IconCircleLabelList"/>
    <dgm:cxn modelId="{D02C4F25-0670-40BF-9BFD-F16E57ECB1A4}" type="presParOf" srcId="{25503E12-D889-4D8F-AA78-5C59D72062C2}" destId="{B227FEED-955A-4CC2-BC4C-677C588C0993}" srcOrd="2" destOrd="0" presId="urn:microsoft.com/office/officeart/2018/5/layout/IconCircleLabelList"/>
    <dgm:cxn modelId="{A9F41468-C44F-4093-93A1-061C45D295AB}" type="presParOf" srcId="{B227FEED-955A-4CC2-BC4C-677C588C0993}" destId="{40A7AF68-A618-49C0-9452-5BB402F119F1}" srcOrd="0" destOrd="0" presId="urn:microsoft.com/office/officeart/2018/5/layout/IconCircleLabelList"/>
    <dgm:cxn modelId="{DFA4ADEB-886A-4576-99DA-2EBAA041E0A8}" type="presParOf" srcId="{B227FEED-955A-4CC2-BC4C-677C588C0993}" destId="{8ED3216C-AA21-4C71-AF0D-85DBDBA2393D}" srcOrd="1" destOrd="0" presId="urn:microsoft.com/office/officeart/2018/5/layout/IconCircleLabelList"/>
    <dgm:cxn modelId="{FA3507B0-6DC3-4646-99D9-3291BBCC095A}" type="presParOf" srcId="{B227FEED-955A-4CC2-BC4C-677C588C0993}" destId="{42033375-DFEA-44CD-AC9C-227880D03596}" srcOrd="2" destOrd="0" presId="urn:microsoft.com/office/officeart/2018/5/layout/IconCircleLabelList"/>
    <dgm:cxn modelId="{A3B99D32-A501-4721-9E79-C690755020A0}" type="presParOf" srcId="{B227FEED-955A-4CC2-BC4C-677C588C0993}" destId="{BCD2C330-7806-49A3-8F2B-757770D19AFE}" srcOrd="3" destOrd="0" presId="urn:microsoft.com/office/officeart/2018/5/layout/IconCircleLabelList"/>
    <dgm:cxn modelId="{7019B106-644E-4840-8B12-68F3A94F2778}" type="presParOf" srcId="{25503E12-D889-4D8F-AA78-5C59D72062C2}" destId="{7D5AC276-C02D-45EA-AA6A-09AF50023B83}" srcOrd="3" destOrd="0" presId="urn:microsoft.com/office/officeart/2018/5/layout/IconCircleLabelList"/>
    <dgm:cxn modelId="{F59B89DB-C2F6-42D5-8D72-22635D66D72D}" type="presParOf" srcId="{25503E12-D889-4D8F-AA78-5C59D72062C2}" destId="{309C1513-F7AC-48B6-90BB-62DE9F185E36}" srcOrd="4" destOrd="0" presId="urn:microsoft.com/office/officeart/2018/5/layout/IconCircleLabelList"/>
    <dgm:cxn modelId="{76A88670-0600-4C88-9FBE-AA1928D1E5EC}" type="presParOf" srcId="{309C1513-F7AC-48B6-90BB-62DE9F185E36}" destId="{626F7DB6-7B81-4D62-983B-41DA0AE70739}" srcOrd="0" destOrd="0" presId="urn:microsoft.com/office/officeart/2018/5/layout/IconCircleLabelList"/>
    <dgm:cxn modelId="{255DDADD-B2CE-4533-B2E8-3E010308A717}" type="presParOf" srcId="{309C1513-F7AC-48B6-90BB-62DE9F185E36}" destId="{6D0479F0-938E-42A8-A4D4-A22997FA8489}" srcOrd="1" destOrd="0" presId="urn:microsoft.com/office/officeart/2018/5/layout/IconCircleLabelList"/>
    <dgm:cxn modelId="{FF62314C-3DB2-443D-8475-61DCDE4859DE}" type="presParOf" srcId="{309C1513-F7AC-48B6-90BB-62DE9F185E36}" destId="{4F7A5FC7-B4C0-4E43-95D8-EFF417AA1DF3}" srcOrd="2" destOrd="0" presId="urn:microsoft.com/office/officeart/2018/5/layout/IconCircleLabelList"/>
    <dgm:cxn modelId="{662F2D2F-6D92-4C57-A25F-F8BC24F62192}" type="presParOf" srcId="{309C1513-F7AC-48B6-90BB-62DE9F185E36}" destId="{A9B3A219-4BC5-4A2A-954F-729A47C292D8}" srcOrd="3" destOrd="0" presId="urn:microsoft.com/office/officeart/2018/5/layout/IconCircleLabelList"/>
    <dgm:cxn modelId="{32BC88CE-2A4F-4A97-8BB8-1B291A47DA2A}" type="presParOf" srcId="{25503E12-D889-4D8F-AA78-5C59D72062C2}" destId="{6CD9D17B-2851-48BC-987D-F2C9D3A60667}" srcOrd="5" destOrd="0" presId="urn:microsoft.com/office/officeart/2018/5/layout/IconCircleLabelList"/>
    <dgm:cxn modelId="{D54FF2E1-F671-44AB-9B1B-802AA507EC3A}" type="presParOf" srcId="{25503E12-D889-4D8F-AA78-5C59D72062C2}" destId="{F73BE268-58B4-4278-BC50-4F1B5604126F}" srcOrd="6" destOrd="0" presId="urn:microsoft.com/office/officeart/2018/5/layout/IconCircleLabelList"/>
    <dgm:cxn modelId="{FE79AD13-3E4C-4D03-B93E-C4CB58BC12BC}" type="presParOf" srcId="{F73BE268-58B4-4278-BC50-4F1B5604126F}" destId="{1E008FF0-C90A-4388-BF28-6C1068A52311}" srcOrd="0" destOrd="0" presId="urn:microsoft.com/office/officeart/2018/5/layout/IconCircleLabelList"/>
    <dgm:cxn modelId="{D8A3299A-5D70-4EB3-8D32-9DAF2A42084D}" type="presParOf" srcId="{F73BE268-58B4-4278-BC50-4F1B5604126F}" destId="{98121B19-4B87-4CA2-A7FE-E3958EB0C3DE}" srcOrd="1" destOrd="0" presId="urn:microsoft.com/office/officeart/2018/5/layout/IconCircleLabelList"/>
    <dgm:cxn modelId="{7E68EE8B-6DEB-4035-889E-06C787DD9F0D}" type="presParOf" srcId="{F73BE268-58B4-4278-BC50-4F1B5604126F}" destId="{E58944D6-BE17-47BE-9B1C-A7FE75CFE691}" srcOrd="2" destOrd="0" presId="urn:microsoft.com/office/officeart/2018/5/layout/IconCircleLabelList"/>
    <dgm:cxn modelId="{D96D3E1C-E366-4939-863F-E712D983CE0A}" type="presParOf" srcId="{F73BE268-58B4-4278-BC50-4F1B5604126F}" destId="{6C506B17-1BAA-4585-A4A4-56428C638212}" srcOrd="3" destOrd="0" presId="urn:microsoft.com/office/officeart/2018/5/layout/IconCircleLabelList"/>
    <dgm:cxn modelId="{DE81E468-DEA9-46C1-9BEC-728E09B04C09}" type="presParOf" srcId="{25503E12-D889-4D8F-AA78-5C59D72062C2}" destId="{391938D2-A77D-4A2E-BA4D-C916911FC18D}" srcOrd="7" destOrd="0" presId="urn:microsoft.com/office/officeart/2018/5/layout/IconCircleLabelList"/>
    <dgm:cxn modelId="{83EB265B-4026-406F-B06A-C5B4CE449758}" type="presParOf" srcId="{25503E12-D889-4D8F-AA78-5C59D72062C2}" destId="{DD30AE6C-F761-4E8B-8B7E-DA039060292D}" srcOrd="8" destOrd="0" presId="urn:microsoft.com/office/officeart/2018/5/layout/IconCircleLabelList"/>
    <dgm:cxn modelId="{D0CDD4AF-9E89-4D81-B4E8-40A3B6E36057}" type="presParOf" srcId="{DD30AE6C-F761-4E8B-8B7E-DA039060292D}" destId="{9CCA90B5-A305-4848-BF3B-6D8107538448}" srcOrd="0" destOrd="0" presId="urn:microsoft.com/office/officeart/2018/5/layout/IconCircleLabelList"/>
    <dgm:cxn modelId="{6B34C9A2-77E7-4A48-9FFA-1B70AC4564FC}" type="presParOf" srcId="{DD30AE6C-F761-4E8B-8B7E-DA039060292D}" destId="{A658341A-CEAB-48E7-98C3-AD4864DDAE07}" srcOrd="1" destOrd="0" presId="urn:microsoft.com/office/officeart/2018/5/layout/IconCircleLabelList"/>
    <dgm:cxn modelId="{100127F4-C6C5-41D1-A613-A9AC747EC33E}" type="presParOf" srcId="{DD30AE6C-F761-4E8B-8B7E-DA039060292D}" destId="{495E5A54-1405-4895-AD18-264B61EAE11F}" srcOrd="2" destOrd="0" presId="urn:microsoft.com/office/officeart/2018/5/layout/IconCircleLabelList"/>
    <dgm:cxn modelId="{D6EB98A9-FA9E-490F-9C9C-4D727C810270}" type="presParOf" srcId="{DD30AE6C-F761-4E8B-8B7E-DA039060292D}" destId="{8CA4F107-2441-49FB-88DF-8AE0A1FDCE23}" srcOrd="3" destOrd="0" presId="urn:microsoft.com/office/officeart/2018/5/layout/IconCircleLabelList"/>
    <dgm:cxn modelId="{33FBA965-3DBB-4C40-98EA-E8CBF6A8A17D}" type="presParOf" srcId="{25503E12-D889-4D8F-AA78-5C59D72062C2}" destId="{F3513313-274D-4FC9-A108-289516A51C7F}" srcOrd="9" destOrd="0" presId="urn:microsoft.com/office/officeart/2018/5/layout/IconCircleLabelList"/>
    <dgm:cxn modelId="{565E3823-8CC6-4575-BF80-22C6731E7C4B}" type="presParOf" srcId="{25503E12-D889-4D8F-AA78-5C59D72062C2}" destId="{D47A1CBA-ADC6-45CB-BBAE-7313587CDF98}" srcOrd="10" destOrd="0" presId="urn:microsoft.com/office/officeart/2018/5/layout/IconCircleLabelList"/>
    <dgm:cxn modelId="{7DE2E6CE-2C2B-481E-AB07-1A84D0D9B301}" type="presParOf" srcId="{D47A1CBA-ADC6-45CB-BBAE-7313587CDF98}" destId="{3AC14AE3-39A1-4A0F-B8E1-613F31D4EE8E}" srcOrd="0" destOrd="0" presId="urn:microsoft.com/office/officeart/2018/5/layout/IconCircleLabelList"/>
    <dgm:cxn modelId="{8862D039-AA4F-4FDB-8B37-876A18A591E9}" type="presParOf" srcId="{D47A1CBA-ADC6-45CB-BBAE-7313587CDF98}" destId="{0FF08963-C711-43A8-9010-7D2E58277E7A}" srcOrd="1" destOrd="0" presId="urn:microsoft.com/office/officeart/2018/5/layout/IconCircleLabelList"/>
    <dgm:cxn modelId="{799E9EBF-54AA-4371-A704-A06BB0D49666}" type="presParOf" srcId="{D47A1CBA-ADC6-45CB-BBAE-7313587CDF98}" destId="{8CF8FEE7-7496-4DF8-86F5-C033F7A4D12E}" srcOrd="2" destOrd="0" presId="urn:microsoft.com/office/officeart/2018/5/layout/IconCircleLabelList"/>
    <dgm:cxn modelId="{D9ECE5BD-B4A3-43E3-AEC0-9F7722CA772A}" type="presParOf" srcId="{D47A1CBA-ADC6-45CB-BBAE-7313587CDF98}" destId="{16DEAB92-018A-4429-9642-D8A91C95BB43}" srcOrd="3" destOrd="0" presId="urn:microsoft.com/office/officeart/2018/5/layout/IconCircleLabelList"/>
    <dgm:cxn modelId="{36A724DF-5535-44A3-B985-C92FD3191A02}" type="presParOf" srcId="{25503E12-D889-4D8F-AA78-5C59D72062C2}" destId="{8F6D7436-5200-4D86-A707-17CFADE5E0D9}" srcOrd="11" destOrd="0" presId="urn:microsoft.com/office/officeart/2018/5/layout/IconCircleLabelList"/>
    <dgm:cxn modelId="{0D88EB9B-657A-46C9-A818-0D28F2C26B8B}" type="presParOf" srcId="{25503E12-D889-4D8F-AA78-5C59D72062C2}" destId="{4638D392-F408-4433-8092-AA44B8B7D0F0}" srcOrd="12" destOrd="0" presId="urn:microsoft.com/office/officeart/2018/5/layout/IconCircleLabelList"/>
    <dgm:cxn modelId="{AA65C980-A180-432A-AD7A-9EA98E9AFD41}" type="presParOf" srcId="{4638D392-F408-4433-8092-AA44B8B7D0F0}" destId="{C0CF6D64-AD0B-44BD-B028-154C2DE8C18B}" srcOrd="0" destOrd="0" presId="urn:microsoft.com/office/officeart/2018/5/layout/IconCircleLabelList"/>
    <dgm:cxn modelId="{7EDAE64A-45E4-4389-A093-8D43AF8D0085}" type="presParOf" srcId="{4638D392-F408-4433-8092-AA44B8B7D0F0}" destId="{508E1C4E-DDD5-404F-8BB4-D3F17A1C3988}" srcOrd="1" destOrd="0" presId="urn:microsoft.com/office/officeart/2018/5/layout/IconCircleLabelList"/>
    <dgm:cxn modelId="{DA74EF27-747D-4C7F-93DC-7F972BE522D1}" type="presParOf" srcId="{4638D392-F408-4433-8092-AA44B8B7D0F0}" destId="{21DCCB37-D2F6-45AF-BCB3-255147A25AB2}" srcOrd="2" destOrd="0" presId="urn:microsoft.com/office/officeart/2018/5/layout/IconCircleLabelList"/>
    <dgm:cxn modelId="{B565D29F-60FA-4BD8-ACD8-F302EA1D6E1E}" type="presParOf" srcId="{4638D392-F408-4433-8092-AA44B8B7D0F0}" destId="{C5CBBB04-4BDF-4EA9-82B4-9D72BC271CD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A2DDE0-23C6-48DD-9806-F8A4FB6B1A22}">
      <dsp:nvSpPr>
        <dsp:cNvPr id="0" name=""/>
        <dsp:cNvSpPr/>
      </dsp:nvSpPr>
      <dsp:spPr>
        <a:xfrm>
          <a:off x="0" y="17030"/>
          <a:ext cx="10515600" cy="6787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Introduction</a:t>
          </a:r>
          <a:endParaRPr lang="en-US" sz="1700" kern="1200"/>
        </a:p>
      </dsp:txBody>
      <dsp:txXfrm>
        <a:off x="33134" y="50164"/>
        <a:ext cx="10449332" cy="612478"/>
      </dsp:txXfrm>
    </dsp:sp>
    <dsp:sp modelId="{AD188820-AD04-416E-9E08-D85292A96091}">
      <dsp:nvSpPr>
        <dsp:cNvPr id="0" name=""/>
        <dsp:cNvSpPr/>
      </dsp:nvSpPr>
      <dsp:spPr>
        <a:xfrm>
          <a:off x="0" y="744736"/>
          <a:ext cx="10515600" cy="6787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Course registration and timetable preparation are important activities in every college.</a:t>
          </a:r>
          <a:endParaRPr lang="en-US" sz="1700" kern="1200"/>
        </a:p>
      </dsp:txBody>
      <dsp:txXfrm>
        <a:off x="33134" y="777870"/>
        <a:ext cx="10449332" cy="612478"/>
      </dsp:txXfrm>
    </dsp:sp>
    <dsp:sp modelId="{639E7E5B-0008-4FBF-8513-6DFF5F3B2668}">
      <dsp:nvSpPr>
        <dsp:cNvPr id="0" name=""/>
        <dsp:cNvSpPr/>
      </dsp:nvSpPr>
      <dsp:spPr>
        <a:xfrm>
          <a:off x="0" y="1472442"/>
          <a:ext cx="10515600" cy="6787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Manual course selection and timetable preparation can be time-consuming and may cause scheduling conflicts.</a:t>
          </a:r>
          <a:endParaRPr lang="en-US" sz="1700" kern="1200"/>
        </a:p>
      </dsp:txBody>
      <dsp:txXfrm>
        <a:off x="33134" y="1505576"/>
        <a:ext cx="10449332" cy="612478"/>
      </dsp:txXfrm>
    </dsp:sp>
    <dsp:sp modelId="{E0382CA0-0924-4E6A-83B4-E04183C6E086}">
      <dsp:nvSpPr>
        <dsp:cNvPr id="0" name=""/>
        <dsp:cNvSpPr/>
      </dsp:nvSpPr>
      <dsp:spPr>
        <a:xfrm>
          <a:off x="0" y="2200149"/>
          <a:ext cx="10515600" cy="6787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Our project provides a simple Java-based system to manage course registration and build a timetable.</a:t>
          </a:r>
          <a:endParaRPr lang="en-US" sz="1700" kern="1200"/>
        </a:p>
      </dsp:txBody>
      <dsp:txXfrm>
        <a:off x="33134" y="2233283"/>
        <a:ext cx="10449332" cy="612478"/>
      </dsp:txXfrm>
    </dsp:sp>
    <dsp:sp modelId="{4204211F-C1E1-40FB-9826-45B3E3FD04E2}">
      <dsp:nvSpPr>
        <dsp:cNvPr id="0" name=""/>
        <dsp:cNvSpPr/>
      </dsp:nvSpPr>
      <dsp:spPr>
        <a:xfrm>
          <a:off x="0" y="2927855"/>
          <a:ext cx="10515600" cy="6787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Students can select courses and view their scheduled subjects in an organized manner.</a:t>
          </a:r>
          <a:endParaRPr lang="en-US" sz="1700" kern="1200"/>
        </a:p>
      </dsp:txBody>
      <dsp:txXfrm>
        <a:off x="33134" y="2960989"/>
        <a:ext cx="10449332" cy="612478"/>
      </dsp:txXfrm>
    </dsp:sp>
    <dsp:sp modelId="{0725F99E-FCCB-4CEA-8FB8-EA4B2980C319}">
      <dsp:nvSpPr>
        <dsp:cNvPr id="0" name=""/>
        <dsp:cNvSpPr/>
      </dsp:nvSpPr>
      <dsp:spPr>
        <a:xfrm>
          <a:off x="0" y="3655561"/>
          <a:ext cx="10515600" cy="6787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The project demonstrates how Java programming concepts can be applied to a real-world college problem.</a:t>
          </a:r>
          <a:endParaRPr lang="en-US" sz="1700" kern="1200"/>
        </a:p>
      </dsp:txBody>
      <dsp:txXfrm>
        <a:off x="33134" y="3688695"/>
        <a:ext cx="10449332" cy="6124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135ABA-264E-435D-9230-19277206B007}">
      <dsp:nvSpPr>
        <dsp:cNvPr id="0" name=""/>
        <dsp:cNvSpPr/>
      </dsp:nvSpPr>
      <dsp:spPr>
        <a:xfrm>
          <a:off x="334178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D1F72D-CA1D-466D-9FD4-8B1DC5066324}">
      <dsp:nvSpPr>
        <dsp:cNvPr id="0" name=""/>
        <dsp:cNvSpPr/>
      </dsp:nvSpPr>
      <dsp:spPr>
        <a:xfrm>
          <a:off x="539842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26F02C-48C2-45C7-854C-54F318D54BA8}">
      <dsp:nvSpPr>
        <dsp:cNvPr id="0" name=""/>
        <dsp:cNvSpPr/>
      </dsp:nvSpPr>
      <dsp:spPr>
        <a:xfrm>
          <a:off x="25682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b="1" kern="1200"/>
            <a:t>Objectives</a:t>
          </a:r>
          <a:endParaRPr lang="en-US" sz="1100" kern="1200"/>
        </a:p>
      </dsp:txBody>
      <dsp:txXfrm>
        <a:off x="25682" y="1265836"/>
        <a:ext cx="1582031" cy="632812"/>
      </dsp:txXfrm>
    </dsp:sp>
    <dsp:sp modelId="{8A7475E2-4A99-4478-B795-8852AF0E5A52}">
      <dsp:nvSpPr>
        <dsp:cNvPr id="0" name=""/>
        <dsp:cNvSpPr/>
      </dsp:nvSpPr>
      <dsp:spPr>
        <a:xfrm>
          <a:off x="2193064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E8B6A5-EA5A-4FFC-A690-404AD54294F1}">
      <dsp:nvSpPr>
        <dsp:cNvPr id="0" name=""/>
        <dsp:cNvSpPr/>
      </dsp:nvSpPr>
      <dsp:spPr>
        <a:xfrm>
          <a:off x="2398728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A35DFE-0EA2-42C5-AD91-0DD40500158F}">
      <dsp:nvSpPr>
        <dsp:cNvPr id="0" name=""/>
        <dsp:cNvSpPr/>
      </dsp:nvSpPr>
      <dsp:spPr>
        <a:xfrm>
          <a:off x="1884568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To simplify the </a:t>
          </a:r>
          <a:r>
            <a:rPr lang="en-IN" sz="1100" b="1" kern="1200"/>
            <a:t>course registration process</a:t>
          </a:r>
          <a:r>
            <a:rPr lang="en-IN" sz="1100" kern="1200"/>
            <a:t>.</a:t>
          </a:r>
          <a:endParaRPr lang="en-US" sz="1100" kern="1200"/>
        </a:p>
      </dsp:txBody>
      <dsp:txXfrm>
        <a:off x="1884568" y="1265836"/>
        <a:ext cx="1582031" cy="632812"/>
      </dsp:txXfrm>
    </dsp:sp>
    <dsp:sp modelId="{BF63C3AE-2A33-40F5-B59F-6A0E60359285}">
      <dsp:nvSpPr>
        <dsp:cNvPr id="0" name=""/>
        <dsp:cNvSpPr/>
      </dsp:nvSpPr>
      <dsp:spPr>
        <a:xfrm>
          <a:off x="4051951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BD4A5A-A6D9-421E-8A1A-BAE332442E1A}">
      <dsp:nvSpPr>
        <dsp:cNvPr id="0" name=""/>
        <dsp:cNvSpPr/>
      </dsp:nvSpPr>
      <dsp:spPr>
        <a:xfrm>
          <a:off x="4257615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E8E0CB-BD46-4044-85D5-2276E7A1D7B8}">
      <dsp:nvSpPr>
        <dsp:cNvPr id="0" name=""/>
        <dsp:cNvSpPr/>
      </dsp:nvSpPr>
      <dsp:spPr>
        <a:xfrm>
          <a:off x="3743455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To allow students to select required courses.</a:t>
          </a:r>
          <a:endParaRPr lang="en-US" sz="1100" kern="1200"/>
        </a:p>
      </dsp:txBody>
      <dsp:txXfrm>
        <a:off x="3743455" y="1265836"/>
        <a:ext cx="1582031" cy="632812"/>
      </dsp:txXfrm>
    </dsp:sp>
    <dsp:sp modelId="{3FCB4BB5-3A5F-4080-8842-1E96FD9383B3}">
      <dsp:nvSpPr>
        <dsp:cNvPr id="0" name=""/>
        <dsp:cNvSpPr/>
      </dsp:nvSpPr>
      <dsp:spPr>
        <a:xfrm>
          <a:off x="5910838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5E6E1A-6FF5-49EC-83E4-5238A932639C}">
      <dsp:nvSpPr>
        <dsp:cNvPr id="0" name=""/>
        <dsp:cNvSpPr/>
      </dsp:nvSpPr>
      <dsp:spPr>
        <a:xfrm>
          <a:off x="6116502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0D9108-7386-4177-90D7-94FE8BBE7F11}">
      <dsp:nvSpPr>
        <dsp:cNvPr id="0" name=""/>
        <dsp:cNvSpPr/>
      </dsp:nvSpPr>
      <dsp:spPr>
        <a:xfrm>
          <a:off x="5602342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To store and display course details efficiently.</a:t>
          </a:r>
          <a:endParaRPr lang="en-US" sz="1100" kern="1200"/>
        </a:p>
      </dsp:txBody>
      <dsp:txXfrm>
        <a:off x="5602342" y="1265836"/>
        <a:ext cx="1582031" cy="632812"/>
      </dsp:txXfrm>
    </dsp:sp>
    <dsp:sp modelId="{66AFFA56-D21A-4DEF-98A2-3032BB4421EA}">
      <dsp:nvSpPr>
        <dsp:cNvPr id="0" name=""/>
        <dsp:cNvSpPr/>
      </dsp:nvSpPr>
      <dsp:spPr>
        <a:xfrm>
          <a:off x="7769725" y="211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9452C0-2170-4E80-9333-380BF09CD61E}">
      <dsp:nvSpPr>
        <dsp:cNvPr id="0" name=""/>
        <dsp:cNvSpPr/>
      </dsp:nvSpPr>
      <dsp:spPr>
        <a:xfrm>
          <a:off x="7975389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A8CA66-DFDD-4DA4-A95E-5F40278C7D44}">
      <dsp:nvSpPr>
        <dsp:cNvPr id="0" name=""/>
        <dsp:cNvSpPr/>
      </dsp:nvSpPr>
      <dsp:spPr>
        <a:xfrm>
          <a:off x="7461228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To create an organized timetable based on selected courses.</a:t>
          </a:r>
          <a:endParaRPr lang="en-US" sz="1100" kern="1200"/>
        </a:p>
      </dsp:txBody>
      <dsp:txXfrm>
        <a:off x="7461228" y="1265836"/>
        <a:ext cx="1582031" cy="632812"/>
      </dsp:txXfrm>
    </dsp:sp>
    <dsp:sp modelId="{2FE9F6A4-5D0E-4B46-A7DB-79C34E293F3F}">
      <dsp:nvSpPr>
        <dsp:cNvPr id="0" name=""/>
        <dsp:cNvSpPr/>
      </dsp:nvSpPr>
      <dsp:spPr>
        <a:xfrm>
          <a:off x="9628611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E309FC-AEDF-42F8-8250-16D257953BB6}">
      <dsp:nvSpPr>
        <dsp:cNvPr id="0" name=""/>
        <dsp:cNvSpPr/>
      </dsp:nvSpPr>
      <dsp:spPr>
        <a:xfrm>
          <a:off x="9834275" y="205875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FF7AC-51B4-465B-B7F4-5A391D86982E}">
      <dsp:nvSpPr>
        <dsp:cNvPr id="0" name=""/>
        <dsp:cNvSpPr/>
      </dsp:nvSpPr>
      <dsp:spPr>
        <a:xfrm>
          <a:off x="9320115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To reduce manual work and scheduling confusion.</a:t>
          </a:r>
          <a:endParaRPr lang="en-US" sz="1100" kern="1200"/>
        </a:p>
      </dsp:txBody>
      <dsp:txXfrm>
        <a:off x="9320115" y="1265836"/>
        <a:ext cx="1582031" cy="632812"/>
      </dsp:txXfrm>
    </dsp:sp>
    <dsp:sp modelId="{EA29FE57-859F-4835-9139-AC697E51F72A}">
      <dsp:nvSpPr>
        <dsp:cNvPr id="0" name=""/>
        <dsp:cNvSpPr/>
      </dsp:nvSpPr>
      <dsp:spPr>
        <a:xfrm>
          <a:off x="4051951" y="2294156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351C80-C165-477A-BE32-667A1AE1B03A}">
      <dsp:nvSpPr>
        <dsp:cNvPr id="0" name=""/>
        <dsp:cNvSpPr/>
      </dsp:nvSpPr>
      <dsp:spPr>
        <a:xfrm>
          <a:off x="4257615" y="2499820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1BCE1-A2D2-4425-93A7-8A4B08B6E3C6}">
      <dsp:nvSpPr>
        <dsp:cNvPr id="0" name=""/>
        <dsp:cNvSpPr/>
      </dsp:nvSpPr>
      <dsp:spPr>
        <a:xfrm>
          <a:off x="3743455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To demonstrate Java programming concepts through a practical application.</a:t>
          </a:r>
          <a:endParaRPr lang="en-US" sz="1100" kern="1200"/>
        </a:p>
      </dsp:txBody>
      <dsp:txXfrm>
        <a:off x="3743455" y="3559781"/>
        <a:ext cx="1582031" cy="632812"/>
      </dsp:txXfrm>
    </dsp:sp>
    <dsp:sp modelId="{829A76D2-DA23-42EA-BA2F-CD9A19AC6F7A}">
      <dsp:nvSpPr>
        <dsp:cNvPr id="0" name=""/>
        <dsp:cNvSpPr/>
      </dsp:nvSpPr>
      <dsp:spPr>
        <a:xfrm>
          <a:off x="5910838" y="2294156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138A95-C5ED-4CD7-B6E2-13407444D6ED}">
      <dsp:nvSpPr>
        <dsp:cNvPr id="0" name=""/>
        <dsp:cNvSpPr/>
      </dsp:nvSpPr>
      <dsp:spPr>
        <a:xfrm>
          <a:off x="6116502" y="2499820"/>
          <a:ext cx="553710" cy="55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D4C5A6-52CE-458A-A889-B356A84E38B2}">
      <dsp:nvSpPr>
        <dsp:cNvPr id="0" name=""/>
        <dsp:cNvSpPr/>
      </dsp:nvSpPr>
      <dsp:spPr>
        <a:xfrm>
          <a:off x="5602342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To provide a foundation that can be expanded into a complete college management system.</a:t>
          </a:r>
          <a:endParaRPr lang="en-US" sz="1100" kern="1200"/>
        </a:p>
      </dsp:txBody>
      <dsp:txXfrm>
        <a:off x="5602342" y="3559781"/>
        <a:ext cx="1582031" cy="6328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05532-1B14-4641-A487-2727B5ABF07A}">
      <dsp:nvSpPr>
        <dsp:cNvPr id="0" name=""/>
        <dsp:cNvSpPr/>
      </dsp:nvSpPr>
      <dsp:spPr>
        <a:xfrm>
          <a:off x="990842" y="528989"/>
          <a:ext cx="1969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9697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083639" y="573570"/>
        <a:ext cx="11378" cy="2277"/>
      </dsp:txXfrm>
    </dsp:sp>
    <dsp:sp modelId="{710EB737-CD3F-457D-A215-E509170F83E5}">
      <dsp:nvSpPr>
        <dsp:cNvPr id="0" name=""/>
        <dsp:cNvSpPr/>
      </dsp:nvSpPr>
      <dsp:spPr>
        <a:xfrm>
          <a:off x="3192" y="277874"/>
          <a:ext cx="989449" cy="593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484" tIns="50892" rIns="48484" bIns="508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Java Concepts Used</a:t>
          </a:r>
          <a:endParaRPr lang="en-US" sz="1200" kern="1200"/>
        </a:p>
      </dsp:txBody>
      <dsp:txXfrm>
        <a:off x="3192" y="277874"/>
        <a:ext cx="989449" cy="593669"/>
      </dsp:txXfrm>
    </dsp:sp>
    <dsp:sp modelId="{97CE0583-A1B2-4718-BB02-AE976B3C9D89}">
      <dsp:nvSpPr>
        <dsp:cNvPr id="0" name=""/>
        <dsp:cNvSpPr/>
      </dsp:nvSpPr>
      <dsp:spPr>
        <a:xfrm>
          <a:off x="2207865" y="528989"/>
          <a:ext cx="1969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9697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00663" y="573570"/>
        <a:ext cx="11378" cy="2277"/>
      </dsp:txXfrm>
    </dsp:sp>
    <dsp:sp modelId="{CA3EAB05-FC2A-4059-A6BF-2169F1159DD2}">
      <dsp:nvSpPr>
        <dsp:cNvPr id="0" name=""/>
        <dsp:cNvSpPr/>
      </dsp:nvSpPr>
      <dsp:spPr>
        <a:xfrm>
          <a:off x="1220215" y="277874"/>
          <a:ext cx="989449" cy="593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484" tIns="50892" rIns="48484" bIns="508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Variables and Data Types</a:t>
          </a:r>
          <a:endParaRPr lang="en-US" sz="1200" kern="1200"/>
        </a:p>
      </dsp:txBody>
      <dsp:txXfrm>
        <a:off x="1220215" y="277874"/>
        <a:ext cx="989449" cy="593669"/>
      </dsp:txXfrm>
    </dsp:sp>
    <dsp:sp modelId="{AFC36FA4-87E9-4155-BBD4-5AB647AE0C4E}">
      <dsp:nvSpPr>
        <dsp:cNvPr id="0" name=""/>
        <dsp:cNvSpPr/>
      </dsp:nvSpPr>
      <dsp:spPr>
        <a:xfrm>
          <a:off x="3424889" y="528989"/>
          <a:ext cx="1969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9697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17686" y="573570"/>
        <a:ext cx="11378" cy="2277"/>
      </dsp:txXfrm>
    </dsp:sp>
    <dsp:sp modelId="{582FEA85-52A1-4627-9FDB-EAB150FCFE85}">
      <dsp:nvSpPr>
        <dsp:cNvPr id="0" name=""/>
        <dsp:cNvSpPr/>
      </dsp:nvSpPr>
      <dsp:spPr>
        <a:xfrm>
          <a:off x="2437239" y="277874"/>
          <a:ext cx="989449" cy="593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484" tIns="50892" rIns="48484" bIns="50892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Operators</a:t>
          </a:r>
          <a:endParaRPr lang="en-US" sz="12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Arithmetic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Relational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Logical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Assignment</a:t>
          </a:r>
          <a:endParaRPr lang="en-US" sz="900" kern="1200"/>
        </a:p>
      </dsp:txBody>
      <dsp:txXfrm>
        <a:off x="2437239" y="277874"/>
        <a:ext cx="989449" cy="593669"/>
      </dsp:txXfrm>
    </dsp:sp>
    <dsp:sp modelId="{441751FC-6337-4F52-9E99-4C6F9B86D659}">
      <dsp:nvSpPr>
        <dsp:cNvPr id="0" name=""/>
        <dsp:cNvSpPr/>
      </dsp:nvSpPr>
      <dsp:spPr>
        <a:xfrm>
          <a:off x="497917" y="869744"/>
          <a:ext cx="3651069" cy="196973"/>
        </a:xfrm>
        <a:custGeom>
          <a:avLst/>
          <a:gdLst/>
          <a:ahLst/>
          <a:cxnLst/>
          <a:rect l="0" t="0" r="0" b="0"/>
          <a:pathLst>
            <a:path>
              <a:moveTo>
                <a:pt x="3651069" y="0"/>
              </a:moveTo>
              <a:lnTo>
                <a:pt x="3651069" y="115586"/>
              </a:lnTo>
              <a:lnTo>
                <a:pt x="0" y="115586"/>
              </a:lnTo>
              <a:lnTo>
                <a:pt x="0" y="196973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31998" y="967092"/>
        <a:ext cx="182907" cy="2277"/>
      </dsp:txXfrm>
    </dsp:sp>
    <dsp:sp modelId="{A2492307-5C2E-4CC8-B5BE-7DA40290FE71}">
      <dsp:nvSpPr>
        <dsp:cNvPr id="0" name=""/>
        <dsp:cNvSpPr/>
      </dsp:nvSpPr>
      <dsp:spPr>
        <a:xfrm>
          <a:off x="3654262" y="277874"/>
          <a:ext cx="989449" cy="593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484" tIns="50892" rIns="48484" bIns="508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Input using Scanner</a:t>
          </a:r>
          <a:endParaRPr lang="en-US" sz="1200" kern="1200"/>
        </a:p>
      </dsp:txBody>
      <dsp:txXfrm>
        <a:off x="3654262" y="277874"/>
        <a:ext cx="989449" cy="593669"/>
      </dsp:txXfrm>
    </dsp:sp>
    <dsp:sp modelId="{C9EE43EC-8CBC-47BC-B0A8-46D04940C298}">
      <dsp:nvSpPr>
        <dsp:cNvPr id="0" name=""/>
        <dsp:cNvSpPr/>
      </dsp:nvSpPr>
      <dsp:spPr>
        <a:xfrm>
          <a:off x="990842" y="1350232"/>
          <a:ext cx="1969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9697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083639" y="1394813"/>
        <a:ext cx="11378" cy="2277"/>
      </dsp:txXfrm>
    </dsp:sp>
    <dsp:sp modelId="{C1B3634F-5876-4904-87D3-3EA3E89CC5DB}">
      <dsp:nvSpPr>
        <dsp:cNvPr id="0" name=""/>
        <dsp:cNvSpPr/>
      </dsp:nvSpPr>
      <dsp:spPr>
        <a:xfrm>
          <a:off x="3192" y="1099117"/>
          <a:ext cx="989449" cy="593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484" tIns="50892" rIns="48484" bIns="508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if / else-if statements</a:t>
          </a:r>
          <a:endParaRPr lang="en-US" sz="1200" kern="1200"/>
        </a:p>
      </dsp:txBody>
      <dsp:txXfrm>
        <a:off x="3192" y="1099117"/>
        <a:ext cx="989449" cy="593669"/>
      </dsp:txXfrm>
    </dsp:sp>
    <dsp:sp modelId="{7E95F895-CE54-4106-9BAF-3299DFB761FB}">
      <dsp:nvSpPr>
        <dsp:cNvPr id="0" name=""/>
        <dsp:cNvSpPr/>
      </dsp:nvSpPr>
      <dsp:spPr>
        <a:xfrm>
          <a:off x="2207865" y="1350232"/>
          <a:ext cx="1969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9697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00663" y="1394813"/>
        <a:ext cx="11378" cy="2277"/>
      </dsp:txXfrm>
    </dsp:sp>
    <dsp:sp modelId="{6AFE4BEC-D92B-4F53-B434-CD0C835F0B43}">
      <dsp:nvSpPr>
        <dsp:cNvPr id="0" name=""/>
        <dsp:cNvSpPr/>
      </dsp:nvSpPr>
      <dsp:spPr>
        <a:xfrm>
          <a:off x="1220215" y="1099117"/>
          <a:ext cx="989449" cy="593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484" tIns="50892" rIns="48484" bIns="508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switch statement</a:t>
          </a:r>
          <a:endParaRPr lang="en-US" sz="1200" kern="1200"/>
        </a:p>
      </dsp:txBody>
      <dsp:txXfrm>
        <a:off x="1220215" y="1099117"/>
        <a:ext cx="989449" cy="593669"/>
      </dsp:txXfrm>
    </dsp:sp>
    <dsp:sp modelId="{65C98974-FEEF-4094-A5D0-BF5D2BE4A8FF}">
      <dsp:nvSpPr>
        <dsp:cNvPr id="0" name=""/>
        <dsp:cNvSpPr/>
      </dsp:nvSpPr>
      <dsp:spPr>
        <a:xfrm>
          <a:off x="3424889" y="1350232"/>
          <a:ext cx="1969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9697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17686" y="1394813"/>
        <a:ext cx="11378" cy="2277"/>
      </dsp:txXfrm>
    </dsp:sp>
    <dsp:sp modelId="{37275708-7011-43E9-BF54-30DA840F76B2}">
      <dsp:nvSpPr>
        <dsp:cNvPr id="0" name=""/>
        <dsp:cNvSpPr/>
      </dsp:nvSpPr>
      <dsp:spPr>
        <a:xfrm>
          <a:off x="2437239" y="1099117"/>
          <a:ext cx="989449" cy="593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484" tIns="50892" rIns="48484" bIns="50892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Loops</a:t>
          </a:r>
          <a:endParaRPr lang="en-US" sz="12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for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while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do-while</a:t>
          </a:r>
          <a:endParaRPr lang="en-US" sz="900" kern="1200"/>
        </a:p>
      </dsp:txBody>
      <dsp:txXfrm>
        <a:off x="2437239" y="1099117"/>
        <a:ext cx="989449" cy="593669"/>
      </dsp:txXfrm>
    </dsp:sp>
    <dsp:sp modelId="{11E798A5-E2B7-459A-8F80-18AB3E7FAB65}">
      <dsp:nvSpPr>
        <dsp:cNvPr id="0" name=""/>
        <dsp:cNvSpPr/>
      </dsp:nvSpPr>
      <dsp:spPr>
        <a:xfrm>
          <a:off x="497917" y="1690987"/>
          <a:ext cx="3651069" cy="196973"/>
        </a:xfrm>
        <a:custGeom>
          <a:avLst/>
          <a:gdLst/>
          <a:ahLst/>
          <a:cxnLst/>
          <a:rect l="0" t="0" r="0" b="0"/>
          <a:pathLst>
            <a:path>
              <a:moveTo>
                <a:pt x="3651069" y="0"/>
              </a:moveTo>
              <a:lnTo>
                <a:pt x="3651069" y="115586"/>
              </a:lnTo>
              <a:lnTo>
                <a:pt x="0" y="115586"/>
              </a:lnTo>
              <a:lnTo>
                <a:pt x="0" y="196973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31998" y="1788335"/>
        <a:ext cx="182907" cy="2277"/>
      </dsp:txXfrm>
    </dsp:sp>
    <dsp:sp modelId="{F5A01FD4-7B0A-4CD8-ACEC-2E8C2D230906}">
      <dsp:nvSpPr>
        <dsp:cNvPr id="0" name=""/>
        <dsp:cNvSpPr/>
      </dsp:nvSpPr>
      <dsp:spPr>
        <a:xfrm>
          <a:off x="3654262" y="1099117"/>
          <a:ext cx="989449" cy="593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484" tIns="50892" rIns="48484" bIns="508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Methods</a:t>
          </a:r>
          <a:endParaRPr lang="en-US" sz="1200" kern="1200"/>
        </a:p>
      </dsp:txBody>
      <dsp:txXfrm>
        <a:off x="3654262" y="1099117"/>
        <a:ext cx="989449" cy="593669"/>
      </dsp:txXfrm>
    </dsp:sp>
    <dsp:sp modelId="{D0D909AC-B6A4-4C70-8675-77E123CE3F76}">
      <dsp:nvSpPr>
        <dsp:cNvPr id="0" name=""/>
        <dsp:cNvSpPr/>
      </dsp:nvSpPr>
      <dsp:spPr>
        <a:xfrm>
          <a:off x="990842" y="2171476"/>
          <a:ext cx="1969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9697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083639" y="2216057"/>
        <a:ext cx="11378" cy="2277"/>
      </dsp:txXfrm>
    </dsp:sp>
    <dsp:sp modelId="{C64A6870-7C06-4D42-9FD7-A6597FC36314}">
      <dsp:nvSpPr>
        <dsp:cNvPr id="0" name=""/>
        <dsp:cNvSpPr/>
      </dsp:nvSpPr>
      <dsp:spPr>
        <a:xfrm>
          <a:off x="3192" y="1920361"/>
          <a:ext cx="989449" cy="593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484" tIns="50892" rIns="48484" bIns="508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Arrays</a:t>
          </a:r>
          <a:endParaRPr lang="en-US" sz="1200" kern="1200"/>
        </a:p>
      </dsp:txBody>
      <dsp:txXfrm>
        <a:off x="3192" y="1920361"/>
        <a:ext cx="989449" cy="593669"/>
      </dsp:txXfrm>
    </dsp:sp>
    <dsp:sp modelId="{B1476C8D-C3EC-4BCA-9374-6BB6069A2FED}">
      <dsp:nvSpPr>
        <dsp:cNvPr id="0" name=""/>
        <dsp:cNvSpPr/>
      </dsp:nvSpPr>
      <dsp:spPr>
        <a:xfrm>
          <a:off x="2207865" y="2171476"/>
          <a:ext cx="1969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9697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00663" y="2216057"/>
        <a:ext cx="11378" cy="2277"/>
      </dsp:txXfrm>
    </dsp:sp>
    <dsp:sp modelId="{20C66D75-1C3C-432A-93E4-70FB2AA0BE6A}">
      <dsp:nvSpPr>
        <dsp:cNvPr id="0" name=""/>
        <dsp:cNvSpPr/>
      </dsp:nvSpPr>
      <dsp:spPr>
        <a:xfrm>
          <a:off x="1220215" y="1920361"/>
          <a:ext cx="989449" cy="593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484" tIns="50892" rIns="48484" bIns="508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String Handling</a:t>
          </a:r>
          <a:endParaRPr lang="en-US" sz="1200" kern="1200"/>
        </a:p>
      </dsp:txBody>
      <dsp:txXfrm>
        <a:off x="1220215" y="1920361"/>
        <a:ext cx="989449" cy="593669"/>
      </dsp:txXfrm>
    </dsp:sp>
    <dsp:sp modelId="{E4A136A6-F068-4281-B3BE-BCC097BF5661}">
      <dsp:nvSpPr>
        <dsp:cNvPr id="0" name=""/>
        <dsp:cNvSpPr/>
      </dsp:nvSpPr>
      <dsp:spPr>
        <a:xfrm>
          <a:off x="3424889" y="2171476"/>
          <a:ext cx="19697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9697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17686" y="2216057"/>
        <a:ext cx="11378" cy="2277"/>
      </dsp:txXfrm>
    </dsp:sp>
    <dsp:sp modelId="{46C5B1AC-6834-450A-8AEF-FA92559CAE36}">
      <dsp:nvSpPr>
        <dsp:cNvPr id="0" name=""/>
        <dsp:cNvSpPr/>
      </dsp:nvSpPr>
      <dsp:spPr>
        <a:xfrm>
          <a:off x="2437239" y="1920361"/>
          <a:ext cx="989449" cy="593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484" tIns="50892" rIns="48484" bIns="508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Classes and Objects</a:t>
          </a:r>
          <a:endParaRPr lang="en-US" sz="1200" kern="1200"/>
        </a:p>
      </dsp:txBody>
      <dsp:txXfrm>
        <a:off x="2437239" y="1920361"/>
        <a:ext cx="989449" cy="593669"/>
      </dsp:txXfrm>
    </dsp:sp>
    <dsp:sp modelId="{399D28A5-199F-4A46-ABAF-63D22EAC1C14}">
      <dsp:nvSpPr>
        <dsp:cNvPr id="0" name=""/>
        <dsp:cNvSpPr/>
      </dsp:nvSpPr>
      <dsp:spPr>
        <a:xfrm>
          <a:off x="497917" y="2512231"/>
          <a:ext cx="3651069" cy="196973"/>
        </a:xfrm>
        <a:custGeom>
          <a:avLst/>
          <a:gdLst/>
          <a:ahLst/>
          <a:cxnLst/>
          <a:rect l="0" t="0" r="0" b="0"/>
          <a:pathLst>
            <a:path>
              <a:moveTo>
                <a:pt x="3651069" y="0"/>
              </a:moveTo>
              <a:lnTo>
                <a:pt x="3651069" y="115586"/>
              </a:lnTo>
              <a:lnTo>
                <a:pt x="0" y="115586"/>
              </a:lnTo>
              <a:lnTo>
                <a:pt x="0" y="196973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31998" y="2609578"/>
        <a:ext cx="182907" cy="2277"/>
      </dsp:txXfrm>
    </dsp:sp>
    <dsp:sp modelId="{B0C3357F-B6DB-46EA-8C66-CFAF43803C40}">
      <dsp:nvSpPr>
        <dsp:cNvPr id="0" name=""/>
        <dsp:cNvSpPr/>
      </dsp:nvSpPr>
      <dsp:spPr>
        <a:xfrm>
          <a:off x="3654262" y="1920361"/>
          <a:ext cx="989449" cy="593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484" tIns="50892" rIns="48484" bIns="508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Basic Object-Oriented Programming concepts</a:t>
          </a:r>
          <a:endParaRPr lang="en-US" sz="1200" kern="1200"/>
        </a:p>
      </dsp:txBody>
      <dsp:txXfrm>
        <a:off x="3654262" y="1920361"/>
        <a:ext cx="989449" cy="593669"/>
      </dsp:txXfrm>
    </dsp:sp>
    <dsp:sp modelId="{CE4458B4-5566-4283-99E8-8F8B789DBE94}">
      <dsp:nvSpPr>
        <dsp:cNvPr id="0" name=""/>
        <dsp:cNvSpPr/>
      </dsp:nvSpPr>
      <dsp:spPr>
        <a:xfrm>
          <a:off x="3192" y="2741604"/>
          <a:ext cx="989449" cy="5936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484" tIns="50892" rIns="48484" bIns="5089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These concepts are combined to develop</a:t>
          </a:r>
          <a:endParaRPr lang="en-US" sz="1200" kern="1200"/>
        </a:p>
      </dsp:txBody>
      <dsp:txXfrm>
        <a:off x="3192" y="2741604"/>
        <a:ext cx="989449" cy="5936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BC6A43-FADB-48BF-873C-AC7F38F55E92}">
      <dsp:nvSpPr>
        <dsp:cNvPr id="0" name=""/>
        <dsp:cNvSpPr/>
      </dsp:nvSpPr>
      <dsp:spPr>
        <a:xfrm>
          <a:off x="898829" y="288"/>
          <a:ext cx="1001496" cy="1001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0AFB40-487E-4B94-AEF2-D66863202172}">
      <dsp:nvSpPr>
        <dsp:cNvPr id="0" name=""/>
        <dsp:cNvSpPr/>
      </dsp:nvSpPr>
      <dsp:spPr>
        <a:xfrm>
          <a:off x="1112262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C18E1E-F234-44AE-8A56-182045504F20}">
      <dsp:nvSpPr>
        <dsp:cNvPr id="0" name=""/>
        <dsp:cNvSpPr/>
      </dsp:nvSpPr>
      <dsp:spPr>
        <a:xfrm>
          <a:off x="578678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Simple and easy-to-use course registration process.</a:t>
          </a:r>
          <a:endParaRPr lang="en-US" sz="1100" kern="1200"/>
        </a:p>
      </dsp:txBody>
      <dsp:txXfrm>
        <a:off x="578678" y="1313725"/>
        <a:ext cx="1641796" cy="656718"/>
      </dsp:txXfrm>
    </dsp:sp>
    <dsp:sp modelId="{40A7AF68-A618-49C0-9452-5BB402F119F1}">
      <dsp:nvSpPr>
        <dsp:cNvPr id="0" name=""/>
        <dsp:cNvSpPr/>
      </dsp:nvSpPr>
      <dsp:spPr>
        <a:xfrm>
          <a:off x="2827940" y="288"/>
          <a:ext cx="1001496" cy="100149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D3216C-AA21-4C71-AF0D-85DBDBA2393D}">
      <dsp:nvSpPr>
        <dsp:cNvPr id="0" name=""/>
        <dsp:cNvSpPr/>
      </dsp:nvSpPr>
      <dsp:spPr>
        <a:xfrm>
          <a:off x="3041374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D2C330-7806-49A3-8F2B-757770D19AFE}">
      <dsp:nvSpPr>
        <dsp:cNvPr id="0" name=""/>
        <dsp:cNvSpPr/>
      </dsp:nvSpPr>
      <dsp:spPr>
        <a:xfrm>
          <a:off x="2507790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Reduces manual effort.</a:t>
          </a:r>
          <a:endParaRPr lang="en-US" sz="1100" kern="1200"/>
        </a:p>
      </dsp:txBody>
      <dsp:txXfrm>
        <a:off x="2507790" y="1313725"/>
        <a:ext cx="1641796" cy="656718"/>
      </dsp:txXfrm>
    </dsp:sp>
    <dsp:sp modelId="{626F7DB6-7B81-4D62-983B-41DA0AE70739}">
      <dsp:nvSpPr>
        <dsp:cNvPr id="0" name=""/>
        <dsp:cNvSpPr/>
      </dsp:nvSpPr>
      <dsp:spPr>
        <a:xfrm>
          <a:off x="4757051" y="288"/>
          <a:ext cx="1001496" cy="100149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0479F0-938E-42A8-A4D4-A22997FA8489}">
      <dsp:nvSpPr>
        <dsp:cNvPr id="0" name=""/>
        <dsp:cNvSpPr/>
      </dsp:nvSpPr>
      <dsp:spPr>
        <a:xfrm>
          <a:off x="4970485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B3A219-4BC5-4A2A-954F-729A47C292D8}">
      <dsp:nvSpPr>
        <dsp:cNvPr id="0" name=""/>
        <dsp:cNvSpPr/>
      </dsp:nvSpPr>
      <dsp:spPr>
        <a:xfrm>
          <a:off x="4436901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Organizes course information systematically.</a:t>
          </a:r>
          <a:endParaRPr lang="en-US" sz="1100" kern="1200"/>
        </a:p>
      </dsp:txBody>
      <dsp:txXfrm>
        <a:off x="4436901" y="1313725"/>
        <a:ext cx="1641796" cy="656718"/>
      </dsp:txXfrm>
    </dsp:sp>
    <dsp:sp modelId="{1E008FF0-C90A-4388-BF28-6C1068A52311}">
      <dsp:nvSpPr>
        <dsp:cNvPr id="0" name=""/>
        <dsp:cNvSpPr/>
      </dsp:nvSpPr>
      <dsp:spPr>
        <a:xfrm>
          <a:off x="6686163" y="288"/>
          <a:ext cx="1001496" cy="100149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121B19-4B87-4CA2-A7FE-E3958EB0C3DE}">
      <dsp:nvSpPr>
        <dsp:cNvPr id="0" name=""/>
        <dsp:cNvSpPr/>
      </dsp:nvSpPr>
      <dsp:spPr>
        <a:xfrm>
          <a:off x="6899596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506B17-1BAA-4585-A4A4-56428C638212}">
      <dsp:nvSpPr>
        <dsp:cNvPr id="0" name=""/>
        <dsp:cNvSpPr/>
      </dsp:nvSpPr>
      <dsp:spPr>
        <a:xfrm>
          <a:off x="6366012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Helps identify timetable conflicts.</a:t>
          </a:r>
          <a:endParaRPr lang="en-US" sz="1100" kern="1200"/>
        </a:p>
      </dsp:txBody>
      <dsp:txXfrm>
        <a:off x="6366012" y="1313725"/>
        <a:ext cx="1641796" cy="656718"/>
      </dsp:txXfrm>
    </dsp:sp>
    <dsp:sp modelId="{9CCA90B5-A305-4848-BF3B-6D8107538448}">
      <dsp:nvSpPr>
        <dsp:cNvPr id="0" name=""/>
        <dsp:cNvSpPr/>
      </dsp:nvSpPr>
      <dsp:spPr>
        <a:xfrm>
          <a:off x="8615274" y="288"/>
          <a:ext cx="1001496" cy="100149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58341A-CEAB-48E7-98C3-AD4864DDAE07}">
      <dsp:nvSpPr>
        <dsp:cNvPr id="0" name=""/>
        <dsp:cNvSpPr/>
      </dsp:nvSpPr>
      <dsp:spPr>
        <a:xfrm>
          <a:off x="8828708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A4F107-2441-49FB-88DF-8AE0A1FDCE23}">
      <dsp:nvSpPr>
        <dsp:cNvPr id="0" name=""/>
        <dsp:cNvSpPr/>
      </dsp:nvSpPr>
      <dsp:spPr>
        <a:xfrm>
          <a:off x="8295124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Provides quick access to registered course details.</a:t>
          </a:r>
          <a:endParaRPr lang="en-US" sz="1100" kern="1200"/>
        </a:p>
      </dsp:txBody>
      <dsp:txXfrm>
        <a:off x="8295124" y="1313725"/>
        <a:ext cx="1641796" cy="656718"/>
      </dsp:txXfrm>
    </dsp:sp>
    <dsp:sp modelId="{3AC14AE3-39A1-4A0F-B8E1-613F31D4EE8E}">
      <dsp:nvSpPr>
        <dsp:cNvPr id="0" name=""/>
        <dsp:cNvSpPr/>
      </dsp:nvSpPr>
      <dsp:spPr>
        <a:xfrm>
          <a:off x="3792496" y="2380893"/>
          <a:ext cx="1001496" cy="1001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F08963-C711-43A8-9010-7D2E58277E7A}">
      <dsp:nvSpPr>
        <dsp:cNvPr id="0" name=""/>
        <dsp:cNvSpPr/>
      </dsp:nvSpPr>
      <dsp:spPr>
        <a:xfrm>
          <a:off x="4005929" y="2594327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DEAB92-018A-4429-9642-D8A91C95BB43}">
      <dsp:nvSpPr>
        <dsp:cNvPr id="0" name=""/>
        <dsp:cNvSpPr/>
      </dsp:nvSpPr>
      <dsp:spPr>
        <a:xfrm>
          <a:off x="3472345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Demonstrates practical use of Java programming.</a:t>
          </a:r>
          <a:endParaRPr lang="en-US" sz="1100" kern="1200"/>
        </a:p>
      </dsp:txBody>
      <dsp:txXfrm>
        <a:off x="3472345" y="3694331"/>
        <a:ext cx="1641796" cy="656718"/>
      </dsp:txXfrm>
    </dsp:sp>
    <dsp:sp modelId="{C0CF6D64-AD0B-44BD-B028-154C2DE8C18B}">
      <dsp:nvSpPr>
        <dsp:cNvPr id="0" name=""/>
        <dsp:cNvSpPr/>
      </dsp:nvSpPr>
      <dsp:spPr>
        <a:xfrm>
          <a:off x="5721607" y="2380893"/>
          <a:ext cx="1001496" cy="100149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8E1C4E-DDD5-404F-8BB4-D3F17A1C3988}">
      <dsp:nvSpPr>
        <dsp:cNvPr id="0" name=""/>
        <dsp:cNvSpPr/>
      </dsp:nvSpPr>
      <dsp:spPr>
        <a:xfrm>
          <a:off x="5935041" y="2594327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CBBB04-4BDF-4EA9-82B4-9D72BC271CD2}">
      <dsp:nvSpPr>
        <dsp:cNvPr id="0" name=""/>
        <dsp:cNvSpPr/>
      </dsp:nvSpPr>
      <dsp:spPr>
        <a:xfrm>
          <a:off x="5401457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Can be modified and extended according to college requirements.</a:t>
          </a:r>
          <a:endParaRPr lang="en-US" sz="1100" kern="1200"/>
        </a:p>
      </dsp:txBody>
      <dsp:txXfrm>
        <a:off x="5401457" y="3694331"/>
        <a:ext cx="1641796" cy="656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2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2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0485F-2EF6-9710-C2E6-C9DD7D03D2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563028-A702-1708-E335-629FF70105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0DE5A-ED3A-1581-D35D-11FAEECE5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DC6EB-F2E6-4563-A45B-5E254FFA214C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659E7-4148-34B3-4C62-EF3DFC94E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9FCA2-761A-BBFF-C44B-F4ADED84F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D9742-F911-4096-A8FC-A4F10F8F6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758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CF860-8280-05A3-628C-9FC2E3D9A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A396C-4C5D-E1E9-9C24-31B3B183A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CC7AD-5AF5-0C15-78DF-1F452B38A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DC6EB-F2E6-4563-A45B-5E254FFA214C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02E06-E48E-B944-F4AC-7D727EF48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910ED-97FA-7FA0-3016-4A5DC8973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D9742-F911-4096-A8FC-A4F10F8F6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278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443B4-5C3C-514D-2EF6-4C72B4D22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2DC03-5A87-6A7D-4886-D69C2BC3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72E4E-9E7A-05CF-84BA-F3E531748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DC6EB-F2E6-4563-A45B-5E254FFA214C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6F964-6E34-1036-50FA-523C81B13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62E72-7FB5-CD6B-8D66-4E401CC59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D9742-F911-4096-A8FC-A4F10F8F6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207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F0025-6D0A-2BA9-FE4B-C9BD5CCE8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28920-99EA-73F1-7C6F-DCD4FBFD8D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93296-CAFB-23C7-FF70-4C3DA6227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CC4220-4B99-22B2-BFCF-427C79DDE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DC6EB-F2E6-4563-A45B-5E254FFA214C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EB7FE-37EC-E650-FEE7-DE906AA0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3C669-795A-511C-7AE8-99A86324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D9742-F911-4096-A8FC-A4F10F8F6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753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669A9-18C3-84E7-EF08-9E231C6C0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5FC64-A26D-C4CE-5F3D-8ED3B138C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B2B02-36F6-F4F2-1268-9C706B835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647A30-806C-29A2-76F2-7AA7CA4D0D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7B575-0ED7-5EC6-867A-7F5B163CD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08A10B-254F-223F-91F4-A99A4EC7B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DC6EB-F2E6-4563-A45B-5E254FFA214C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AA3D8-99BD-C713-2BC7-21A396CE5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09DFB5-02BF-7355-A14E-802754EF9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D9742-F911-4096-A8FC-A4F10F8F6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887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0A670-59F0-7926-FB42-992209A0C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CACD32-8E7C-036C-8B2B-6B19BF694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DC6EB-F2E6-4563-A45B-5E254FFA214C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F2DA27-E57B-CD1C-BC5E-5411C3FD8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77F03B-34E8-6DF2-E86D-D188305E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D9742-F911-4096-A8FC-A4F10F8F6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536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81FDB3-44AD-87CE-8552-1538968B6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DC6EB-F2E6-4563-A45B-5E254FFA214C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4C612-927A-C796-BB3D-087EA02CF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8FA5C-1E16-15A8-8931-BD7DA13FE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D9742-F911-4096-A8FC-A4F10F8F6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710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6A31D-F4F4-8129-DDFB-69D6D7F9A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769D1-2F69-2DCE-49EC-4C22D0E56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D057EB-1942-AEF6-0905-F3C4E5DD28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1F6A3-8A1D-0CEE-8EE8-4CB8C38C6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DC6EB-F2E6-4563-A45B-5E254FFA214C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EE465-5391-4B8F-A747-D7DEAB233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A0F31-0BAB-DB14-AD8F-F79A3F5E0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D9742-F911-4096-A8FC-A4F10F8F6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613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7800D-9BA5-3D70-B770-D99885ADE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A9BDE3-B441-1F65-A62E-3F6E2069AA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12B8CD-B0D3-F454-AAB1-5B81C793DB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0128F-10BF-D189-94FC-D625E3266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DC6EB-F2E6-4563-A45B-5E254FFA214C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24700-84CD-84B2-DE29-6C7AC6334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A41185-8F86-1063-483E-CDA982D5F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D9742-F911-4096-A8FC-A4F10F8F6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07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A359C-F79A-D651-CD23-AF02296F1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597C8C-93A6-0B7F-8673-C9A561A99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50D51-E6BF-D549-F6CB-867989F8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DC6EB-F2E6-4563-A45B-5E254FFA214C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84920-C356-AC19-E566-C46F5A607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FD827-A587-A53D-A796-BDAC6A489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D9742-F911-4096-A8FC-A4F10F8F6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842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0E4556-5986-7EFA-4B35-CCDA910230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1108D-42F4-2C4F-04A8-E683326352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62CAA-0C5A-7982-1CE3-9BA1510CA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DC6EB-F2E6-4563-A45B-5E254FFA214C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19606-9B81-267B-A9D4-50274800B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CB892-19C7-C38F-8CE9-EB5AAA2CD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D9742-F911-4096-A8FC-A4F10F8F6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619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26F603-A701-E9C9-349D-CD4C91261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14770-8CEF-FD2C-085D-D64114004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5C4D8-F14F-31AD-8738-623AD42F0E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7DC6EB-F2E6-4563-A45B-5E254FFA214C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39932-79F6-8404-80BA-8E13B331B4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EF30B-52E2-978F-D64C-5D43C53B0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DD9742-F911-4096-A8FC-A4F10F8F6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516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1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nstruction work tools">
            <a:extLst>
              <a:ext uri="{FF2B5EF4-FFF2-40B4-BE49-F238E27FC236}">
                <a16:creationId xmlns:a16="http://schemas.microsoft.com/office/drawing/2014/main" id="{BAEBB25B-458F-D0B0-C667-B088DC5A40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1798" b="393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F3B723-E6F0-F946-B729-52EBC721A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137434"/>
            <a:ext cx="7800660" cy="1520987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IN" sz="4000" dirty="0">
                <a:solidFill>
                  <a:srgbClr val="FFFFFF"/>
                </a:solidFill>
              </a:rPr>
              <a:t>Capstone project</a:t>
            </a:r>
            <a:br>
              <a:rPr lang="en-IN" sz="4000" dirty="0">
                <a:solidFill>
                  <a:srgbClr val="FFFFFF"/>
                </a:solidFill>
              </a:rPr>
            </a:br>
            <a:r>
              <a:rPr lang="en-IN" sz="4000" dirty="0">
                <a:solidFill>
                  <a:srgbClr val="FFFFFF"/>
                </a:solidFill>
              </a:rPr>
              <a:t>COURSE REGISTRATION AND TIME TABLE BUILDER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D321D-7511-64F6-42A0-88DD83FEB6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293441"/>
            <a:ext cx="6295332" cy="1588514"/>
          </a:xfrm>
        </p:spPr>
        <p:txBody>
          <a:bodyPr anchor="b">
            <a:normAutofit/>
          </a:bodyPr>
          <a:lstStyle/>
          <a:p>
            <a:pPr algn="l"/>
            <a:r>
              <a:rPr lang="en-IN" sz="1800" dirty="0">
                <a:solidFill>
                  <a:srgbClr val="FFFFFF"/>
                </a:solidFill>
              </a:rPr>
              <a:t>DONE BY M. TANMAYEE</a:t>
            </a:r>
          </a:p>
          <a:p>
            <a:pPr algn="l"/>
            <a:r>
              <a:rPr lang="en-IN" sz="1800" dirty="0">
                <a:solidFill>
                  <a:srgbClr val="FFFFFF"/>
                </a:solidFill>
              </a:rPr>
              <a:t>                  naga </a:t>
            </a:r>
            <a:r>
              <a:rPr lang="en-IN" sz="1800" dirty="0" err="1">
                <a:solidFill>
                  <a:srgbClr val="FFFFFF"/>
                </a:solidFill>
              </a:rPr>
              <a:t>manaswini</a:t>
            </a:r>
            <a:endParaRPr lang="en-IN" sz="1800" dirty="0">
              <a:solidFill>
                <a:srgbClr val="FFFFFF"/>
              </a:solidFill>
            </a:endParaRPr>
          </a:p>
          <a:p>
            <a:pPr algn="l"/>
            <a:r>
              <a:rPr lang="en-IN" sz="1800" dirty="0">
                <a:solidFill>
                  <a:srgbClr val="FFFFFF"/>
                </a:solidFill>
              </a:rPr>
              <a:t>                </a:t>
            </a:r>
            <a:r>
              <a:rPr lang="en-IN" sz="1800" dirty="0" err="1">
                <a:solidFill>
                  <a:srgbClr val="FFFFFF"/>
                </a:solidFill>
              </a:rPr>
              <a:t>sai</a:t>
            </a:r>
            <a:r>
              <a:rPr lang="en-IN" sz="1800" dirty="0">
                <a:solidFill>
                  <a:srgbClr val="FFFFFF"/>
                </a:solidFill>
              </a:rPr>
              <a:t> </a:t>
            </a:r>
            <a:r>
              <a:rPr lang="en-IN" sz="1800" dirty="0" err="1">
                <a:solidFill>
                  <a:srgbClr val="FFFFFF"/>
                </a:solidFill>
              </a:rPr>
              <a:t>shresta</a:t>
            </a:r>
            <a:endParaRPr lang="en-IN" sz="1800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155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50FBF-2FA1-BBDE-7549-5E8F1043E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INTRODUCTION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411BB6-A5F6-59B3-C832-15FF63ABF25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0869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7E2ED3-E30A-94C2-5C2D-9CC4076E2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PROJECT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C90A0C-7F8E-FD32-2F4D-E7E88DC3EF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595317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5718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Sticky notes on a wall">
            <a:extLst>
              <a:ext uri="{FF2B5EF4-FFF2-40B4-BE49-F238E27FC236}">
                <a16:creationId xmlns:a16="http://schemas.microsoft.com/office/drawing/2014/main" id="{C4C7DA28-1D3E-2417-E25E-0973D6B6E3F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3629" b="5726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219D91-1570-8510-5A3C-E33FB865F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7189"/>
            <a:ext cx="5155263" cy="5571899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PROJECT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46D68-5492-7909-1829-A7C12A484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375" y="557189"/>
            <a:ext cx="5158424" cy="5571899"/>
          </a:xfrm>
        </p:spPr>
        <p:txBody>
          <a:bodyPr anchor="ctr">
            <a:normAutofit/>
          </a:bodyPr>
          <a:lstStyle/>
          <a:p>
            <a:r>
              <a:rPr lang="en-IN" sz="1400" b="1">
                <a:solidFill>
                  <a:srgbClr val="FFFFFF"/>
                </a:solidFill>
              </a:rPr>
              <a:t>Project Development</a:t>
            </a:r>
          </a:p>
          <a:p>
            <a:r>
              <a:rPr lang="en-IN" sz="1400">
                <a:solidFill>
                  <a:srgbClr val="FFFFFF"/>
                </a:solidFill>
              </a:rPr>
              <a:t>The project is developed using a step-by-step approach:</a:t>
            </a:r>
          </a:p>
          <a:p>
            <a:r>
              <a:rPr lang="en-IN" sz="1400" b="1">
                <a:solidFill>
                  <a:srgbClr val="FFFFFF"/>
                </a:solidFill>
              </a:rPr>
              <a:t>1. Requirement Analysis</a:t>
            </a:r>
            <a:endParaRPr lang="en-IN" sz="1400">
              <a:solidFill>
                <a:srgbClr val="FFFFFF"/>
              </a:solidFill>
            </a:endParaRPr>
          </a:p>
          <a:p>
            <a:pPr lvl="0"/>
            <a:r>
              <a:rPr lang="en-IN" sz="1400">
                <a:solidFill>
                  <a:srgbClr val="FFFFFF"/>
                </a:solidFill>
              </a:rPr>
              <a:t>Identify student, course, and timetable requirements.</a:t>
            </a:r>
          </a:p>
          <a:p>
            <a:r>
              <a:rPr lang="en-IN" sz="1400" b="1">
                <a:solidFill>
                  <a:srgbClr val="FFFFFF"/>
                </a:solidFill>
              </a:rPr>
              <a:t>2. Course Management</a:t>
            </a:r>
            <a:endParaRPr lang="en-IN" sz="1400">
              <a:solidFill>
                <a:srgbClr val="FFFFFF"/>
              </a:solidFill>
            </a:endParaRPr>
          </a:p>
          <a:p>
            <a:pPr lvl="0"/>
            <a:r>
              <a:rPr lang="en-IN" sz="1400">
                <a:solidFill>
                  <a:srgbClr val="FFFFFF"/>
                </a:solidFill>
              </a:rPr>
              <a:t>Store course names, codes, credits, and timings.</a:t>
            </a:r>
          </a:p>
          <a:p>
            <a:r>
              <a:rPr lang="en-IN" sz="1400" b="1">
                <a:solidFill>
                  <a:srgbClr val="FFFFFF"/>
                </a:solidFill>
              </a:rPr>
              <a:t>3. Course Registration</a:t>
            </a:r>
            <a:endParaRPr lang="en-IN" sz="1400">
              <a:solidFill>
                <a:srgbClr val="FFFFFF"/>
              </a:solidFill>
            </a:endParaRPr>
          </a:p>
          <a:p>
            <a:pPr lvl="0"/>
            <a:r>
              <a:rPr lang="en-IN" sz="1400">
                <a:solidFill>
                  <a:srgbClr val="FFFFFF"/>
                </a:solidFill>
              </a:rPr>
              <a:t>Allow students to select available courses.</a:t>
            </a:r>
          </a:p>
          <a:p>
            <a:r>
              <a:rPr lang="en-IN" sz="1400" b="1">
                <a:solidFill>
                  <a:srgbClr val="FFFFFF"/>
                </a:solidFill>
              </a:rPr>
              <a:t>4. Timetable Building</a:t>
            </a:r>
            <a:endParaRPr lang="en-IN" sz="1400">
              <a:solidFill>
                <a:srgbClr val="FFFFFF"/>
              </a:solidFill>
            </a:endParaRPr>
          </a:p>
          <a:p>
            <a:pPr lvl="0"/>
            <a:r>
              <a:rPr lang="en-IN" sz="1400">
                <a:solidFill>
                  <a:srgbClr val="FFFFFF"/>
                </a:solidFill>
              </a:rPr>
              <a:t>Organize selected courses according to day and time.</a:t>
            </a:r>
          </a:p>
          <a:p>
            <a:r>
              <a:rPr lang="en-IN" sz="1400" b="1">
                <a:solidFill>
                  <a:srgbClr val="FFFFFF"/>
                </a:solidFill>
              </a:rPr>
              <a:t>5. Validation</a:t>
            </a:r>
            <a:endParaRPr lang="en-IN" sz="1400">
              <a:solidFill>
                <a:srgbClr val="FFFFFF"/>
              </a:solidFill>
            </a:endParaRPr>
          </a:p>
          <a:p>
            <a:pPr lvl="0"/>
            <a:r>
              <a:rPr lang="en-IN" sz="1400">
                <a:solidFill>
                  <a:srgbClr val="FFFFFF"/>
                </a:solidFill>
              </a:rPr>
              <a:t>Check course availability and avoid timetable conflicts.</a:t>
            </a:r>
          </a:p>
          <a:p>
            <a:r>
              <a:rPr lang="en-IN" sz="1400" b="1">
                <a:solidFill>
                  <a:srgbClr val="FFFFFF"/>
                </a:solidFill>
              </a:rPr>
              <a:t>6. Output</a:t>
            </a:r>
            <a:endParaRPr lang="en-IN" sz="1400">
              <a:solidFill>
                <a:srgbClr val="FFFFFF"/>
              </a:solidFill>
            </a:endParaRPr>
          </a:p>
          <a:p>
            <a:pPr lvl="0"/>
            <a:r>
              <a:rPr lang="en-IN" sz="1400">
                <a:solidFill>
                  <a:srgbClr val="FFFFFF"/>
                </a:solidFill>
              </a:rPr>
              <a:t>Display registered courses and the generated timetable.</a:t>
            </a:r>
          </a:p>
          <a:p>
            <a:r>
              <a:rPr lang="en-IN" sz="1400" b="1">
                <a:solidFill>
                  <a:srgbClr val="FFFFFF"/>
                </a:solidFill>
              </a:rPr>
              <a:t>Basic Flow</a:t>
            </a:r>
          </a:p>
          <a:p>
            <a:r>
              <a:rPr lang="en-IN" sz="1400" b="1">
                <a:solidFill>
                  <a:srgbClr val="FFFFFF"/>
                </a:solidFill>
              </a:rPr>
              <a:t>Student → Select Courses → Register → Check Conflicts → Build Timetable → Display Result</a:t>
            </a:r>
            <a:endParaRPr lang="en-IN" sz="1400">
              <a:solidFill>
                <a:srgbClr val="FFFFFF"/>
              </a:solidFill>
            </a:endParaRPr>
          </a:p>
          <a:p>
            <a:endParaRPr lang="en-IN" sz="1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1199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8026BB-088E-192A-FDE7-44184176C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IN" sz="4000"/>
              <a:t>JAVA CONCEPTS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79366E24-A246-87EB-11AC-2571897EC73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24547" y="2530549"/>
          <a:ext cx="4646905" cy="3613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7F76DF4-50EB-95A3-7B9E-E8F5D0A9E3E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7102" r="19939" b="-1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402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678B0D-8F28-B644-3A1C-EBF3D9AA3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IN">
                <a:solidFill>
                  <a:srgbClr val="FFFFFF"/>
                </a:solidFill>
              </a:rPr>
              <a:t>ADVANTAGES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1D5563-6B8B-180A-EC21-A845FD7A7A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8132453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108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4B63AB-FD98-F771-2F5C-0910531E7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IN" sz="8000">
                <a:solidFill>
                  <a:srgbClr val="FFFFFF"/>
                </a:solidFill>
              </a:rPr>
              <a:t>FUTURE SCOPE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AF67BB6-D743-250C-51E4-CC4452681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IN" sz="1700" b="1">
                <a:solidFill>
                  <a:schemeClr val="tx1">
                    <a:alpha val="80000"/>
                  </a:schemeClr>
                </a:solidFill>
              </a:rPr>
              <a:t>Future Enhancements</a:t>
            </a:r>
          </a:p>
          <a:p>
            <a:pPr lvl="0"/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Develop a </a:t>
            </a:r>
            <a:r>
              <a:rPr lang="en-IN" sz="1700" b="1">
                <a:solidFill>
                  <a:schemeClr val="tx1">
                    <a:alpha val="80000"/>
                  </a:schemeClr>
                </a:solidFill>
              </a:rPr>
              <a:t>GUI-based application</a:t>
            </a:r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 using Java Swing or JavaFX.</a:t>
            </a:r>
          </a:p>
          <a:p>
            <a:pPr lvl="0"/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Connect the system to a </a:t>
            </a:r>
            <a:r>
              <a:rPr lang="en-IN" sz="1700" b="1">
                <a:solidFill>
                  <a:schemeClr val="tx1">
                    <a:alpha val="80000"/>
                  </a:schemeClr>
                </a:solidFill>
              </a:rPr>
              <a:t>database</a:t>
            </a:r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 such as MySQL.</a:t>
            </a:r>
          </a:p>
          <a:p>
            <a:pPr lvl="0"/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Add student login and authentication.</a:t>
            </a:r>
          </a:p>
          <a:p>
            <a:pPr lvl="0"/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Allow faculty and administrators to manage courses.</a:t>
            </a:r>
          </a:p>
          <a:p>
            <a:pPr lvl="0"/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Automatically detect and resolve timetable conflicts.</a:t>
            </a:r>
          </a:p>
          <a:p>
            <a:pPr lvl="0"/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Add classroom and faculty availability.</a:t>
            </a:r>
          </a:p>
          <a:p>
            <a:pPr lvl="0"/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Generate downloadable/printable timetables.</a:t>
            </a:r>
          </a:p>
          <a:p>
            <a:pPr lvl="0"/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Develop a web or mobile version.</a:t>
            </a:r>
          </a:p>
          <a:p>
            <a:pPr lvl="0"/>
            <a:r>
              <a:rPr lang="en-IN" sz="1700">
                <a:solidFill>
                  <a:schemeClr val="tx1">
                    <a:alpha val="80000"/>
                  </a:schemeClr>
                </a:solidFill>
              </a:rPr>
              <a:t>Add notifications for registration deadlines and timetable changes.</a:t>
            </a:r>
          </a:p>
          <a:p>
            <a:br>
              <a:rPr lang="en-IN" sz="1700">
                <a:solidFill>
                  <a:schemeClr val="tx1">
                    <a:alpha val="80000"/>
                  </a:schemeClr>
                </a:solidFill>
              </a:rPr>
            </a:br>
            <a:endParaRPr lang="en-IN" sz="17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226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08DFDE-2C3B-C7AE-C95E-F57740966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IN" sz="5000">
                <a:solidFill>
                  <a:srgbClr val="FFFFFF"/>
                </a:solidFill>
              </a:rPr>
              <a:t>CONCLUSION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D91BF98-00BD-C367-E9F0-6FB0FB25F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IN" sz="2000" b="1">
                <a:solidFill>
                  <a:schemeClr val="tx1">
                    <a:alpha val="80000"/>
                  </a:schemeClr>
                </a:solidFill>
              </a:rPr>
              <a:t>Conclusion</a:t>
            </a:r>
          </a:p>
          <a:p>
            <a:pPr lvl="0"/>
            <a:r>
              <a:rPr lang="en-IN" sz="2000">
                <a:solidFill>
                  <a:schemeClr val="tx1">
                    <a:alpha val="80000"/>
                  </a:schemeClr>
                </a:solidFill>
              </a:rPr>
              <a:t>The </a:t>
            </a:r>
            <a:r>
              <a:rPr lang="en-IN" sz="2000" b="1">
                <a:solidFill>
                  <a:schemeClr val="tx1">
                    <a:alpha val="80000"/>
                  </a:schemeClr>
                </a:solidFill>
              </a:rPr>
              <a:t>Course Registration and Time Table Builder</a:t>
            </a:r>
            <a:r>
              <a:rPr lang="en-IN" sz="2000">
                <a:solidFill>
                  <a:schemeClr val="tx1">
                    <a:alpha val="80000"/>
                  </a:schemeClr>
                </a:solidFill>
              </a:rPr>
              <a:t> provides a simple approach to managing course selection and timetable organization.</a:t>
            </a:r>
          </a:p>
          <a:p>
            <a:pPr lvl="0"/>
            <a:r>
              <a:rPr lang="en-IN" sz="2000">
                <a:solidFill>
                  <a:schemeClr val="tx1">
                    <a:alpha val="80000"/>
                  </a:schemeClr>
                </a:solidFill>
              </a:rPr>
              <a:t>The project demonstrates how Java concepts can be combined to solve a practical college-management problem.</a:t>
            </a:r>
          </a:p>
          <a:p>
            <a:pPr lvl="0"/>
            <a:r>
              <a:rPr lang="en-IN" sz="2000">
                <a:solidFill>
                  <a:schemeClr val="tx1">
                    <a:alpha val="80000"/>
                  </a:schemeClr>
                </a:solidFill>
              </a:rPr>
              <a:t>It reduces manual effort and organizes information in a structured way.</a:t>
            </a:r>
          </a:p>
          <a:p>
            <a:pPr lvl="0"/>
            <a:r>
              <a:rPr lang="en-IN" sz="2000">
                <a:solidFill>
                  <a:schemeClr val="tx1">
                    <a:alpha val="80000"/>
                  </a:schemeClr>
                </a:solidFill>
              </a:rPr>
              <a:t>The project can be further developed into a complete college course-management system.</a:t>
            </a:r>
          </a:p>
          <a:p>
            <a:endParaRPr lang="en-IN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850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495</Words>
  <Application>Microsoft Office PowerPoint</Application>
  <PresentationFormat>Widescreen</PresentationFormat>
  <Paragraphs>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Capstone project COURSE REGISTRATION AND TIME TABLE BUILDER</vt:lpstr>
      <vt:lpstr>INTRODUCTION</vt:lpstr>
      <vt:lpstr>PROJECT OBJECTIVES</vt:lpstr>
      <vt:lpstr>PROJECT DEVELOPMENT</vt:lpstr>
      <vt:lpstr>JAVA CONCEPTS</vt:lpstr>
      <vt:lpstr>ADVANTAGES</vt:lpstr>
      <vt:lpstr>FUTURE SCOPE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Tanmayee Modalla</dc:creator>
  <cp:lastModifiedBy>Tanmayee Modalla</cp:lastModifiedBy>
  <cp:revision>3</cp:revision>
  <dcterms:created xsi:type="dcterms:W3CDTF">2026-09-25T16:07:02Z</dcterms:created>
  <dcterms:modified xsi:type="dcterms:W3CDTF">2026-10-14T03:15:40Z</dcterms:modified>
</cp:coreProperties>
</file>